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1D4DF-0B04-BB2A-DB18-6DB01A82F377}" v="240" dt="2025-09-09T00:59:59.158"/>
    <p1510:client id="{6BE05726-49D8-B9C9-B171-6F13662F938F}" v="6" dt="2025-09-09T01:06:50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12555 7111 16383 0 0,'-1'0'0'0'0,"-2"-1"0"0"0,-5-1 0 0 0,-8-3 0 0 0,-9-2 0 0 0,-5-2 0 0 0,-4 0 0 0 0,-3-1 0 0 0,0 1 0 0 0,2 1 0 0 0,2 1 0 0 0,3 2 0 0 0,3 0 0 0 0,3 2 0 0 0,0 0 0 0 0,1 2 0 0 0,-2 1 0 0 0,-1-1 0 0 0,0 2 0 0 0,-1-1 0 0 0,1 1 0 0 0,-3 0 0 0 0,1 2 0 0 0,3 0 0 0 0,2 0 0 0 0,2-1 0 0 0,1 0 0 0 0,1 0 0 0 0,1 1 0 0 0,1 1 0 0 0,0 1 0 0 0,-1 2 0 0 0,0 2 0 0 0,-1 1 0 0 0,-1 2 0 0 0,1 1 0 0 0,2 0 0 0 0,2 0 0 0 0,2-1 0 0 0,1 0 0 0 0,3-1 0 0 0,1 0 0 0 0,3-1 0 0 0,2 1 0 0 0,1-1 0 0 0,1-2 0 0 0,1 1 0 0 0,1 0 0 0 0,-2 0 0 0 0,1 1 0 0 0,-1 2 0 0 0,0 0 0 0 0,0 2 0 0 0,0 1 0 0 0,0 2 0 0 0,1-1 0 0 0,0 1 0 0 0,-1-2 0 0 0,1-1 0 0 0,0-1 0 0 0,1-2 0 0 0,0 0 0 0 0,1-1 0 0 0,0 0 0 0 0,2 0 0 0 0,1 1 0 0 0,1 0 0 0 0,-1 1 0 0 0,0 0 0 0 0,1 1 0 0 0,0-1 0 0 0,0 0 0 0 0,-1 0 0 0 0,0-2 0 0 0,-1 0 0 0 0,1-1 0 0 0,0 1 0 0 0,1 2 0 0 0,-1-1 0 0 0,1 2 0 0 0,1-1 0 0 0,2 1 0 0 0,1 1 0 0 0,2-1 0 0 0,0 0 0 0 0,2-1 0 0 0,-1-1 0 0 0,1-1 0 0 0,1 0 0 0 0,0 1 0 0 0,2 0 0 0 0,0 2 0 0 0,1 1 0 0 0,1 2 0 0 0,2 1 0 0 0,2 1 0 0 0,0 1 0 0 0,0 0 0 0 0,-1-2 0 0 0,-1-2 0 0 0,1 1 0 0 0,1-2 0 0 0,2 0 0 0 0,0-2 0 0 0,1-2 0 0 0,0-2 0 0 0,-1-1 0 0 0,-3-1 0 0 0,0-2 0 0 0,-1-1 0 0 0,-3-1 0 0 0,1-2 0 0 0,0 0 0 0 0,1 0 0 0 0,1 0 0 0 0,2-1 0 0 0,0 1 0 0 0,1-1 0 0 0,-1 0 0 0 0,-2-2 0 0 0,-2 0 0 0 0,-3-1 0 0 0,0-1 0 0 0,-2-1 0 0 0,0 0 0 0 0,-1-1 0 0 0,1 0 0 0 0,1-2 0 0 0,1 0 0 0 0,3-1 0 0 0,1-1 0 0 0,1-2 0 0 0,0 0 0 0 0,-2 1 0 0 0,-1 0 0 0 0,-3 2 0 0 0,-2 1 0 0 0,-2 0 0 0 0,-2 0 0 0 0,-2 0 0 0 0,-1-2 0 0 0,-3-2 0 0 0,0-1 0 0 0,-2-2 0 0 0,-1 0 0 0 0,1 0 0 0 0,-2 1 0 0 0,1 1 0 0 0,0 1 0 0 0,0 2 0 0 0,-1 0 0 0 0,1 1 0 0 0,0 0 0 0 0,0 0 0 0 0,0-1 0 0 0,1-1 0 0 0,0 1 0 0 0,0 0 0 0 0,1-1 0 0 0,-1 1 0 0 0,-1-1 0 0 0,1 1 0 0 0,-1 0 0 0 0,0 2 0 0 0,0 1 0 0 0,0 1 0 0 0,0 0 0 0 0,0 1 0 0 0,0 0 0 0 0,0 0 0 0 0,-1 0 0 0 0,1-2 0 0 0,-2 0 0 0 0,-3-1 0 0 0,-1-2 0 0 0,-1-2 0 0 0,-1-1 0 0 0,-2-1 0 0 0,1 0 0 0 0,-1-1 0 0 0,0 0 0 0 0,1 1 0 0 0,1 2 0 0 0,0-1 0 0 0,-1 1 0 0 0,1-1 0 0 0,-1 0 0 0 0,0 1 0 0 0,0 0 0 0 0,0 0 0 0 0,0 0 0 0 0,0 0 0 0 0,0 2 0 0 0,0 0 0 0 0,1 0 0 0 0,0 2 0 0 0,0 1 0 0 0,0 0 0 0 0,1 1 0 0 0,0 1 0 0 0,2-1 0 0 0,-1 1 0 0 0,1 1 0 0 0,0 0 0 0 0,1 0 0 0 0,-1-1 0 0 0,0 0 0 0 0,0-1 0 0 0,0 0 0 0 0,-2 0 0 0 0,1 1 0 0 0,1 0 0 0 0,-1 0 0 0 0,1 1 0 0 0,0 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13042 4613 16383 0 0,'0'0'0'0'0,"-1"4"0"0"0,-4 8 0 0 0,-9 13 0 0 0,-14 25 0 0 0,-17 24 0 0 0,-11 15 0 0 0,-5 6 0 0 0,-2 4 0 0 0,2-2 0 0 0,6-10 0 0 0,8-12 0 0 0,6-9 0 0 0,4-6 0 0 0,5-5 0 0 0,5-4 0 0 0,3-4 0 0 0,3-6 0 0 0,3-3 0 0 0,2-4 0 0 0,2-3 0 0 0,2-1 0 0 0,1-3 0 0 0,1-3 0 0 0,0-2 0 0 0,-1 0 0 0 0,1-2 0 0 0,0 0 0 0 0,0 1 0 0 0,3-1 0 0 0,0-2 0 0 0,2-3 0 0 0,0-3 0 0 0,1-2 0 0 0,0-2 0 0 0,2-1 0 0 0,0-2 0 0 0,0-1 0 0 0,0 1 0 0 0,-1 0 0 0 0,-1 3 0 0 0,-1 2 0 0 0,-4 3 0 0 0,-4 5 0 0 0,-1 3 0 0 0,-3 0 0 0 0,0 2 0 0 0,-1-1 0 0 0,1-1 0 0 0,3-4 0 0 0,2-2 0 0 0,2-4 0 0 0,2-1 0 0 0,2-2 0 0 0,3-3 0 0 0,1-2 0 0 0,1-6 0 0 0,1-6 0 0 0,0-8 0 0 0,1-9 0 0 0,-1-8 0 0 0,1-6 0 0 0,-1-5 0 0 0,1-3 0 0 0,1-3 0 0 0,0 1 0 0 0,1 4 0 0 0,1 6 0 0 0,-1 8 0 0 0,0 7 0 0 0,0 8 0 0 0,-1 4 0 0 0,1 4 0 0 0,0 3 0 0 0,-1 6 0 0 0,0 4 0 0 0,0 6 0 0 0,-1 5 0 0 0,-2 5 0 0 0,0 4 0 0 0,-3 5 0 0 0,-2 5 0 0 0,-1 2 0 0 0,1 2 0 0 0,-1 1 0 0 0,-1-1 0 0 0,0 0 0 0 0,1-2 0 0 0,-1-1 0 0 0,2 1 0 0 0,0 2 0 0 0,1 1 0 0 0,1 1 0 0 0,0 0 0 0 0,1-1 0 0 0,1-2 0 0 0,2-4 0 0 0,1-6 0 0 0,1-5 0 0 0,0-5 0 0 0,0-6 0 0 0,0-3 0 0 0,0-2 0 0 0,0-2 0 0 0,2-1 0 0 0,0-3 0 0 0,8-4 0 0 0,11-8 0 0 0,12-7 0 0 0,11-5 0 0 0,6-2 0 0 0,3-1 0 0 0,2 1 0 0 0,-1 0 0 0 0,-4 3 0 0 0,-6 3 0 0 0,-6 3 0 0 0,-7 2 0 0 0,-6 4 0 0 0,-5 1 0 0 0,-6 3 0 0 0,-4 3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13400 4243 16383 0 0,'-1'0'0'0'0,"-3"1"0"0"0,-14 8 0 0 0,-19 12 0 0 0,-13 8 0 0 0,-9 5 0 0 0,-4 2 0 0 0,2 1 0 0 0,6-3 0 0 0,10-4 0 0 0,9-4 0 0 0,11-5 0 0 0,9-5 0 0 0,7-3 0 0 0,7-3 0 0 0,9-4 0 0 0,11-2 0 0 0,9-2 0 0 0,8-2 0 0 0,7 0 0 0 0,4-1 0 0 0,-1 1 0 0 0,-2 0 0 0 0,-5 1 0 0 0,-4 1 0 0 0,-3 1 0 0 0,-7 2 0 0 0,-6 6 0 0 0,-5 6 0 0 0,-5 5 0 0 0,-3 4 0 0 0,-4 3 0 0 0,-3 2 0 0 0,-5 2 0 0 0,-5-2 0 0 0,-6 0 0 0 0,-3-2 0 0 0,-3-4 0 0 0,1-3 0 0 0,1-4 0 0 0,4-4 0 0 0,4-3 0 0 0,3-4 0 0 0,6-6 0 0 0,7-5 0 0 0,10-9 0 0 0,10-7 0 0 0,9-5 0 0 0,7-6 0 0 0,6-4 0 0 0,3-3 0 0 0,3-3 0 0 0,-4 2 0 0 0,-3 0 0 0 0,-6 3 0 0 0,-7 4 0 0 0,-5 2 0 0 0,-6 1 0 0 0,-3 0 0 0 0,-2 2 0 0 0,-3 1 0 0 0,-3 0 0 0 0,-1 0 0 0 0,-2 2 0 0 0,-1 2 0 0 0,-1 3 0 0 0,-1 3 0 0 0,0 3 0 0 0,1 4 0 0 0,-1 3 0 0 0,0 6 0 0 0,0 8 0 0 0,-1 9 0 0 0,0 7 0 0 0,0 6 0 0 0,2 7 0 0 0,0 3 0 0 0,0 2 0 0 0,0 1 0 0 0,1-2 0 0 0,-2-2 0 0 0,1-5 0 0 0,1-3 0 0 0,1-5 0 0 0,0-1 0 0 0,2 0 0 0 0,0-2 0 0 0,0-2 0 0 0,1-2 0 0 0,0-2 0 0 0,-1-4 0 0 0,-1-2 0 0 0,-1-2 0 0 0,-3-2 0 0 0,-4-7 0 0 0,-4-6 0 0 0,-3-6 0 0 0,-3-4 0 0 0,0-3 0 0 0,0-1 0 0 0,-1 0 0 0 0,1 0 0 0 0,2 3 0 0 0,0 2 0 0 0,2 3 0 0 0,1 3 0 0 0,1 2 0 0 0,3 2 0 0 0,1 0 0 0 0,3 0 0 0 0,4-1 0 0 0,4-1 0 0 0,6-2 0 0 0,5 0 0 0 0,3-2 0 0 0,2 0 0 0 0,1-1 0 0 0,-1-1 0 0 0,-2 2 0 0 0,-4 1 0 0 0,-4 3 0 0 0,-3 1 0 0 0,-2 2 0 0 0,-3 1 0 0 0,-2 1 0 0 0,-1-1 0 0 0,-1 1 0 0 0,0 0 0 0 0,1 0 0 0 0,0 1 0 0 0,1 0 0 0 0,0 1 0 0 0,1 0 0 0 0,0 0 0 0 0,0 0 0 0 0,0 2 0 0 0,-2 2 0 0 0,-1 1 0 0 0,-1 2 0 0 0,0 2 0 0 0,0 2 0 0 0,0 1 0 0 0,0 0 0 0 0,1 0 0 0 0,-2-1 0 0 0,1-1 0 0 0,-2-2 0 0 0,1-1 0 0 0,-1 0 0 0 0,0-2 0 0 0,0-4 0 0 0,0-7 0 0 0,-1-9 0 0 0,1-9 0 0 0,-2-7 0 0 0,-1-5 0 0 0,0-4 0 0 0,-1-1 0 0 0,-1 2 0 0 0,0 4 0 0 0,0 6 0 0 0,2 4 0 0 0,1 5 0 0 0,1 5 0 0 0,0 2 0 0 0,1 3 0 0 0,2 2 0 0 0,2 0 0 0 0,2 1 0 0 0,1 1 0 0 0,2 2 0 0 0,0 0 0 0 0,0 1 0 0 0,0 0 0 0 0,2 1 0 0 0,0 0 0 0 0,2 1 0 0 0,3-1 0 0 0,1 2 0 0 0,2-1 0 0 0,1 1 0 0 0,0 0 0 0 0,0 0 0 0 0,-1 0 0 0 0,-1 0 0 0 0,-3 0 0 0 0,-2 1 0 0 0,-3 0 0 0 0,-2 0 0 0 0,-1 1 0 0 0,-2 0 0 0 0,-1 0 0 0 0,-1 1 0 0 0,-2 1 0 0 0,-1-1 0 0 0,-2 2 0 0 0,-1 1 0 0 0,-1 3 0 0 0,-1 2 0 0 0,-1 5 0 0 0,1 2 0 0 0,1 2 0 0 0,0 1 0 0 0,0 1 0 0 0,0 1 0 0 0,1-2 0 0 0,0 0 0 0 0,2-3 0 0 0,0-2 0 0 0,0-4 0 0 0,1-2 0 0 0,2-3 0 0 0,1-4 0 0 0,1-1 0 0 0,1-1 0 0 0,2-1 0 0 0,0-1 0 0 0,1 0 0 0 0,0 1 0 0 0,0-1 0 0 0,-1 1 0 0 0,0 0 0 0 0,0-1 0 0 0,-1-1 0 0 0,1-1 0 0 0,-1-3 0 0 0,0-2 0 0 0,-1-1 0 0 0,-1-2 0 0 0,-1-3 0 0 0,0 0 0 0 0,0 1 0 0 0,-1 0 0 0 0,0 1 0 0 0,0 1 0 0 0,0 2 0 0 0,-1 1 0 0 0,0-1 0 0 0,0 1 0 0 0,-1-1 0 0 0,0 0 0 0 0,0-2 0 0 0,0 1 0 0 0,0 0 0 0 0,0-1 0 0 0,0 2 0 0 0,2 0 0 0 0,-1 1 0 0 0,0 1 0 0 0,1 1 0 0 0,-2 2 0 0 0,-1 1 0 0 0,-4 1 0 0 0,-3 1 0 0 0,-3 1 0 0 0,-1 0 0 0 0,-2 3 0 0 0,-3 1 0 0 0,3-1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14640 4153 16383 0 0,'0'1'0'0'0,"0"6"0"0"0,0 5 0 0 0,0 5 0 0 0,2 3 0 0 0,-1-1 0 0 0,1 0 0 0 0,-1-4 0 0 0,0-2 0 0 0,-1-3 0 0 0,0-2 0 0 0,0-3 0 0 0,0-4 0 0 0,0-5 0 0 0,0-6 0 0 0,0-4 0 0 0,0-2 0 0 0,0-3 0 0 0,0-1 0 0 0,0 0 0 0 0,0 2 0 0 0,0 2 0 0 0,0 2 0 0 0,0 3 0 0 0,0 1 0 0 0,1 1 0 0 0,0 2 0 0 0,1 1 0 0 0,0 1 0 0 0,1 0 0 0 0,2 1 0 0 0,1 0 0 0 0,1 1 0 0 0,1 0 0 0 0,2 1 0 0 0,0-1 0 0 0,1 1 0 0 0,-1 1 0 0 0,1 0 0 0 0,-1 0 0 0 0,-1 1 0 0 0,0 0 0 0 0,0 0 0 0 0,0 2 0 0 0,1 2 0 0 0,0 2 0 0 0,0 3 0 0 0,-1 2 0 0 0,1 1 0 0 0,-1 0 0 0 0,0 0 0 0 0,-1 0 0 0 0,-1 0 0 0 0,0-2 0 0 0,-1 0 0 0 0,0 1 0 0 0,-1 0 0 0 0,-1-1 0 0 0,2 0 0 0 0,-1 0 0 0 0,0-1 0 0 0,-1-1 0 0 0,0-2 0 0 0,0-1 0 0 0,1-3 0 0 0,-1 0 0 0 0,1-2 0 0 0,1 0 0 0 0,0 0 0 0 0,2 0 0 0 0,1-1 0 0 0,1 0 0 0 0,1-2 0 0 0,1-2 0 0 0,2-1 0 0 0,0-2 0 0 0,0-1 0 0 0,-1 0 0 0 0,-1 0 0 0 0,0-1 0 0 0,-1 1 0 0 0,0-2 0 0 0,0 1 0 0 0,-1-1 0 0 0,-1 0 0 0 0,0-1 0 0 0,-1 0 0 0 0,-1 1 0 0 0,0-1 0 0 0,-1-1 0 0 0,-1 1 0 0 0,0-1 0 0 0,-1 0 0 0 0,0 0 0 0 0,0 0 0 0 0,0 1 0 0 0,0 1 0 0 0,-1 0 0 0 0,-1 1 0 0 0,-1 1 0 0 0,0 0 0 0 0,-1 2 0 0 0,0 1 0 0 0,0 0 0 0 0,0 0 0 0 0,-1 1 0 0 0,1-2 0 0 0,-1 1 0 0 0,-1 0 0 0 0,-1 1 0 0 0,-1 0 0 0 0,-1 2 0 0 0,0-1 0 0 0,-1 2 0 0 0,1 0 0 0 0,0-1 0 0 0,-1 1 0 0 0,1 1 0 0 0,-1 0 0 0 0,0 0 0 0 0,0 0 0 0 0,0 1 0 0 0,0 1 0 0 0,2 0 0 0 0,-1 2 0 0 0,2 2 0 0 0,0 1 0 0 0,0 2 0 0 0,1 1 0 0 0,0 2 0 0 0,0-1 0 0 0,-1 1 0 0 0,2-1 0 0 0,0 0 0 0 0,0 0 0 0 0,1 0 0 0 0,0 0 0 0 0,0-1 0 0 0,0-1 0 0 0,0 0 0 0 0,0 0 0 0 0,0-2 0 0 0,1 1 0 0 0,1-2 0 0 0,1 0 0 0 0,1-1 0 0 0,1 0 0 0 0,1 0 0 0 0,0-1 0 0 0,0 0 0 0 0,0 1 0 0 0,0 1 0 0 0,1-1 0 0 0,1-1 0 0 0,-1 1 0 0 0,-1-1 0 0 0,1 0 0 0 0,-2-1 0 0 0,1 0 0 0 0,0-1 0 0 0,0-1 0 0 0,0 1 0 0 0,0-1 0 0 0,0 0 0 0 0,1 0 0 0 0,-1-1 0 0 0,0 1 0 0 0,0-2 0 0 0,-2-1 0 0 0,-1-3 0 0 0,-1 0 0 0 0,-1-2 0 0 0,-1-2 0 0 0,0 1 0 0 0,0-2 0 0 0,0 0 0 0 0,-1 0 0 0 0,1 2 0 0 0,0 0 0 0 0,0 0 0 0 0,-2-1 0 0 0,1 1 0 0 0,-1 0 0 0 0,1 1 0 0 0,0 0 0 0 0,1 2 0 0 0,0 4 0 0 0,1 3 0 0 0,4 5 0 0 0,3 4 0 0 0,2 4 0 0 0,0 3 0 0 0,2 2 0 0 0,0 1 0 0 0,2 0 0 0 0,-1 0 0 0 0,0 0 0 0 0,-1 0 0 0 0,-1-2 0 0 0,-1-1 0 0 0,-1 0 0 0 0,0-1 0 0 0,0-1 0 0 0,0 1 0 0 0,0 1 0 0 0,0 0 0 0 0,-2 3 0 0 0,0 0 0 0 0,-2 1 0 0 0,-2 1 0 0 0,-1-1 0 0 0,-1-1 0 0 0,-1-3 0 0 0,-1-2 0 0 0,-1-1 0 0 0,-1-2 0 0 0,0 0 0 0 0,-1-1 0 0 0,-1-2 0 0 0,-1-1 0 0 0,0-2 0 0 0,-2-1 0 0 0,0 0 0 0 0,-2 0 0 0 0,-1 0 0 0 0,-2-1 0 0 0,-1 0 0 0 0,-1 0 0 0 0,0-1 0 0 0,1 0 0 0 0,0 0 0 0 0,1-2 0 0 0,1 1 0 0 0,2 0 0 0 0,1-1 0 0 0,2 1 0 0 0,1-1 0 0 0,1 1 0 0 0,1 0 0 0 0,1 0 0 0 0,1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14154 4909 16383 0 0,'0'2'0'0'0,"-4"5"0"0"0,-3 8 0 0 0,-2 3 0 0 0,1 3 0 0 0,0 1 0 0 0,1 2 0 0 0,2 2 0 0 0,2 2 0 0 0,4 1 0 0 0,4 1 0 0 0,4 0 0 0 0,2 0 0 0 0,3-4 0 0 0,1-3 0 0 0,2-6 0 0 0,-2-4 0 0 0,-1-4 0 0 0,1-3 0 0 0,0-3 0 0 0,2-2 0 0 0,2-4 0 0 0,3-4 0 0 0,2-5 0 0 0,2-7 0 0 0,3-4 0 0 0,-2-3 0 0 0,-1-1 0 0 0,-2-1 0 0 0,-3 1 0 0 0,-4 3 0 0 0,-2 1 0 0 0,-4 1 0 0 0,-2 2 0 0 0,-2 2 0 0 0,-3 3 0 0 0,-1 1 0 0 0,-2 4 0 0 0,0 5 0 0 0,-2 6 0 0 0,1 6 0 0 0,0 5 0 0 0,-1 5 0 0 0,1 2 0 0 0,2 0 0 0 0,3 2 0 0 0,4 0 0 0 0,2-1 0 0 0,2-2 0 0 0,3-1 0 0 0,0-2 0 0 0,0-2 0 0 0,0-2 0 0 0,-1-3 0 0 0,-1-1 0 0 0,-2-4 0 0 0,-2-1 0 0 0,-1-1 0 0 0,-2-1 0 0 0,-1-1 0 0 0,-2-4 0 0 0,0-3 0 0 0,-1-4 0 0 0,0-5 0 0 0,-2-2 0 0 0,0-3 0 0 0,0-1 0 0 0,1 0 0 0 0,0 2 0 0 0,-1 2 0 0 0,0 3 0 0 0,0 2 0 0 0,-1 4 0 0 0,0 2 0 0 0,-2 2 0 0 0,-1 2 0 0 0,0 1 0 0 0,-1 0 0 0 0,-1 1 0 0 0,-1 0 0 0 0,-1 1 0 0 0,0 0 0 0 0,0 0 0 0 0,0 1 0 0 0,0 0 0 0 0,0 0 0 0 0,1 0 0 0 0,3-1 0 0 0,4-1 0 0 0,7-1 0 0 0,5-1 0 0 0,5-2 0 0 0,4-1 0 0 0,3-2 0 0 0,3 0 0 0 0,0 0 0 0 0,-1 1 0 0 0,0 1 0 0 0,-1 1 0 0 0,0 3 0 0 0,0 0 0 0 0,-1 2 0 0 0,-2 1 0 0 0,-1 3 0 0 0,-3 2 0 0 0,-3 5 0 0 0,-3 3 0 0 0,-2 3 0 0 0,-2 3 0 0 0,0 4 0 0 0,-1 3 0 0 0,-2 2 0 0 0,0 2 0 0 0,-1-2 0 0 0,-1-2 0 0 0,0-5 0 0 0,-2-4 0 0 0,-1-4 0 0 0,0-3 0 0 0,-1-4 0 0 0,-3-5 0 0 0,-1-5 0 0 0,-2-4 0 0 0,0-5 0 0 0,1-3 0 0 0,0-2 0 0 0,2-1 0 0 0,1-1 0 0 0,1 0 0 0 0,2-2 0 0 0,2 0 0 0 0,4 0 0 0 0,4-1 0 0 0,4-2 0 0 0,2 1 0 0 0,3-1 0 0 0,1 1 0 0 0,-1 2 0 0 0,0 3 0 0 0,-2 1 0 0 0,-1 3 0 0 0,-1 2 0 0 0,-1 1 0 0 0,-2 2 0 0 0,-1 2 0 0 0,-2 3 0 0 0,-1 2 0 0 0,-1 2 0 0 0,1 1 0 0 0,-1 2 0 0 0,-1 4 0 0 0,0 3 0 0 0,-1 4 0 0 0,1 2 0 0 0,-1 2 0 0 0,0 2 0 0 0,0-1 0 0 0,0 2 0 0 0,0-2 0 0 0,2 1 0 0 0,0 0 0 0 0,-1-2 0 0 0,0-3 0 0 0,-1-2 0 0 0,-1-2 0 0 0,-1-2 0 0 0,0-1 0 0 0,-1-3 0 0 0,-2-5 0 0 0,-3-6 0 0 0,-5-6 0 0 0,-3-6 0 0 0,-2-3 0 0 0,0-5 0 0 0,0-3 0 0 0,0-1 0 0 0,3-1 0 0 0,0 3 0 0 0,3 1 0 0 0,1 3 0 0 0,2 2 0 0 0,2 4 0 0 0,1 2 0 0 0,1 3 0 0 0,0 3 0 0 0,3 1 0 0 0,0 2 0 0 0,1 2 0 0 0,3 3 0 0 0,2 0 0 0 0,0 3 0 0 0,1 0 0 0 0,2 3 0 0 0,2 2 0 0 0,1 5 0 0 0,3 5 0 0 0,4 4 0 0 0,0 2 0 0 0,1 2 0 0 0,-1 1 0 0 0,-2-3 0 0 0,-2-1 0 0 0,-1-4 0 0 0,-2-4 0 0 0,-2-4 0 0 0,-1-3 0 0 0,0-3 0 0 0,-2-2 0 0 0,1-3 0 0 0,-1-4 0 0 0,0-2 0 0 0,-1-5 0 0 0,-1-2 0 0 0,0-4 0 0 0,-1-1 0 0 0,-1-1 0 0 0,-2 1 0 0 0,-1-1 0 0 0,0 1 0 0 0,-2 0 0 0 0,0 1 0 0 0,0 2 0 0 0,-1 0 0 0 0,1 3 0 0 0,-1 1 0 0 0,0 0 0 0 0,-1 3 0 0 0,-1 1 0 0 0,0 2 0 0 0,-2 2 0 0 0,0 2 0 0 0,-2 0 0 0 0,-1 1 0 0 0,0 1 0 0 0,0 1 0 0 0,-2 0 0 0 0,0 1 0 0 0,-1 3 0 0 0,-2 3 0 0 0,0 4 0 0 0,0 3 0 0 0,0 5 0 0 0,0 2 0 0 0,1 2 0 0 0,1 0 0 0 0,0 0 0 0 0,1-1 0 0 0,2-2 0 0 0,2-3 0 0 0,2 0 0 0 0,1 0 0 0 0,1 1 0 0 0,1 0 0 0 0,4 1 0 0 0,3-1 0 0 0,3 0 0 0 0,3 0 0 0 0,6-1 0 0 0,2-4 0 0 0,1-3 0 0 0,1-2 0 0 0,1-3 0 0 0,0-1 0 0 0,0-2 0 0 0,-1-1 0 0 0,-2 0 0 0 0,-1-1 0 0 0,-1-1 0 0 0,-2-1 0 0 0,-2 1 0 0 0,-2-1 0 0 0,-1-1 0 0 0,-2-1 0 0 0,-1-1 0 0 0,-2-3 0 0 0,0-1 0 0 0,-2-2 0 0 0,0-3 0 0 0,0-4 0 0 0,-1-3 0 0 0,-1-6 0 0 0,-1-5 0 0 0,0-2 0 0 0,-1-3 0 0 0,-3-2 0 0 0,-2-2 0 0 0,-2-1 0 0 0,-3 1 0 0 0,-1 1 0 0 0,-1 2 0 0 0,-1 0 0 0 0,-1-2 0 0 0,1 1 0 0 0,1-2 0 0 0,0 2 0 0 0,1 3 0 0 0,1 6 0 0 0,1 6 0 0 0,1 5 0 0 0,1 6 0 0 0,1 4 0 0 0,1 5 0 0 0,0 7 0 0 0,2 8 0 0 0,2 7 0 0 0,3 7 0 0 0,4 8 0 0 0,3 7 0 0 0,2 5 0 0 0,1 3 0 0 0,2 1 0 0 0,-1 1 0 0 0,0-1 0 0 0,-1-2 0 0 0,-1-4 0 0 0,0-3 0 0 0,0-3 0 0 0,0-2 0 0 0,0-4 0 0 0,-1 2 0 0 0,0 1 0 0 0,0 0 0 0 0,-2 1 0 0 0,0-3 0 0 0,-2-3 0 0 0,-2-4 0 0 0,0-4 0 0 0,-2-5 0 0 0,0-3 0 0 0,-1-3 0 0 0,1-4 0 0 0,-1-2 0 0 0,2-2 0 0 0,0-2 0 0 0,1-3 0 0 0,4-3 0 0 0,2-6 0 0 0,3-3 0 0 0,1-4 0 0 0,3-1 0 0 0,-1 0 0 0 0,-2 1 0 0 0,0 1 0 0 0,-1-2 0 0 0,-1 1 0 0 0,-2 2 0 0 0,-3 2 0 0 0,-1 1 0 0 0,-2 0 0 0 0,-2-1 0 0 0,1 0 0 0 0,-1 0 0 0 0,2-1 0 0 0,0 0 0 0 0,-1 2 0 0 0,-1 0 0 0 0,-5 2 0 0 0,-4 2 0 0 0,-3 0 0 0 0,-2 0 0 0 0,0 1 0 0 0,1 1 0 0 0,0 2 0 0 0,3 1 0 0 0,1 1 0 0 0,0 2 0 0 0,-1 1 0 0 0,-2 1 0 0 0,-2 0 0 0 0,-2 1 0 0 0,-1 0 0 0 0,-1 1 0 0 0,1 3 0 0 0,0 1 0 0 0,3 3 0 0 0,1 0 0 0 0,3 1 0 0 0,3 0 0 0 0,1 2 0 0 0,1 1 0 0 0,1 2 0 0 0,1 2 0 0 0,3 2 0 0 0,5 1 0 0 0,3 1 0 0 0,3-1 0 0 0,0 0 0 0 0,0-4 0 0 0,-3-3 0 0 0,-2-3 0 0 0,-2-3 0 0 0,-1-4 0 0 0,-2-2 0 0 0,-1-2 0 0 0,0-1 0 0 0,-1-2 0 0 0,-1 0 0 0 0,-1-2 0 0 0,0-3 0 0 0,1-6 0 0 0,0-3 0 0 0,-1-3 0 0 0,1-1 0 0 0,-3 3 0 0 0,-1 4 0 0 0,-3 5 0 0 0,-2 5 0 0 0,-2 3 0 0 0,-1 2 0 0 0,-1 1 0 0 0,2 1 0 0 0,6 0 0 0 0,6 0 0 0 0,5-1 0 0 0,6 1 0 0 0,2-1 0 0 0,3 1 0 0 0,2 2 0 0 0,1 4 0 0 0,-1 2 0 0 0,-2 1 0 0 0,-4 0 0 0 0,-2-1 0 0 0,-4-1 0 0 0,-1-1 0 0 0,-2-2 0 0 0,1-1 0 0 0,0-2 0 0 0,1 0 0 0 0,3-2 0 0 0,2 0 0 0 0,2-2 0 0 0,2-3 0 0 0,2-2 0 0 0,-1-2 0 0 0,-1-1 0 0 0,0-3 0 0 0,0-1 0 0 0,0-1 0 0 0,-2-2 0 0 0,-1 0 0 0 0,-2-1 0 0 0,-2-2 0 0 0,-2-1 0 0 0,-2 0 0 0 0,-2-1 0 0 0,-1-3 0 0 0,-2-3 0 0 0,-1-2 0 0 0,0-3 0 0 0,-3-1 0 0 0,0-2 0 0 0,-2 0 0 0 0,0 1 0 0 0,-1 3 0 0 0,0 2 0 0 0,1 3 0 0 0,1 5 0 0 0,-1 2 0 0 0,1 3 0 0 0,0 2 0 0 0,1 2 0 0 0,0 1 0 0 0,0 1 0 0 0,1 3 0 0 0,1 5 0 0 0,0 9 0 0 0,1 12 0 0 0,3 11 0 0 0,1 10 0 0 0,4 8 0 0 0,1 3 0 0 0,2-1 0 0 0,0-3 0 0 0,-1-2 0 0 0,-1-3 0 0 0,-1-2 0 0 0,-2-4 0 0 0,-2-6 0 0 0,-1-5 0 0 0,-1-4 0 0 0,-1-3 0 0 0,-1-3 0 0 0,0-2 0 0 0,1-1 0 0 0,1-2 0 0 0,0-2 0 0 0,0-1 0 0 0,0 1 0 0 0,0-1 0 0 0,0 0 0 0 0,1-1 0 0 0,-1 1 0 0 0,1-1 0 0 0,-1-1 0 0 0,1 2 0 0 0,0-1 0 0 0,-1 1 0 0 0,2-1 0 0 0,-1 2 0 0 0,0-1 0 0 0,2-1 0 0 0,-1-1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16862 4236 16383 0 0,'0'0'0'0'0,"4"0"0"0"0,7-3 0 0 0,6-1 0 0 0,3-1 0 0 0,4-2 0 0 0,2-2 0 0 0,1 0 0 0 0,0 0 0 0 0,-3 0 0 0 0,-4 2 0 0 0,-4 0 0 0 0,-4 3 0 0 0,-2 0 0 0 0,-3 1 0 0 0,-1 0 0 0 0,0 0 0 0 0,-1 1 0 0 0,-1 0 0 0 0,0 0 0 0 0,0 0 0 0 0,1 1 0 0 0,-1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17392 3737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17507 4083 16383 0 0,'0'1'0'0'0,"0"2"0"0"0,0 7 0 0 0,0 11 0 0 0,0 9 0 0 0,2 7 0 0 0,0 5 0 0 0,-1 3 0 0 0,1-1 0 0 0,1-5 0 0 0,1-6 0 0 0,1-8 0 0 0,0-5 0 0 0,2-5 0 0 0,2-4 0 0 0,1-2 0 0 0,3-4 0 0 0,2-1 0 0 0,3-3 0 0 0,2-1 0 0 0,2-1 0 0 0,3-5 0 0 0,4-5 0 0 0,2-6 0 0 0,2-4 0 0 0,1-4 0 0 0,1-3 0 0 0,-1-2 0 0 0,-3 1 0 0 0,-5 2 0 0 0,-4 3 0 0 0,-5 3 0 0 0,-4 5 0 0 0,-3 4 0 0 0,-3 4 0 0 0,-3 3 0 0 0,-1 6 0 0 0,-3 4 0 0 0,1 4 0 0 0,-1 5 0 0 0,0 6 0 0 0,1 7 0 0 0,0 2 0 0 0,0 1 0 0 0,0 0 0 0 0,-1-1 0 0 0,1-5 0 0 0,-1-3 0 0 0,2-5 0 0 0,2-4 0 0 0,3-5 0 0 0,2-4 0 0 0,4-4 0 0 0,3-4 0 0 0,1-4 0 0 0,1-4 0 0 0,2-5 0 0 0,0-2 0 0 0,-2-2 0 0 0,-2-1 0 0 0,-4-2 0 0 0,-4-2 0 0 0,-2 1 0 0 0,-5 1 0 0 0,-4 2 0 0 0,-3 2 0 0 0,-4 2 0 0 0,-4 4 0 0 0,-4 3 0 0 0,-1 4 0 0 0,0 3 0 0 0,1 2 0 0 0,2 2 0 0 0,3 1 0 0 0,2 1 0 0 0,2-1 0 0 0,3 1 0 0 0,3-1 0 0 0,6-1 0 0 0,8-1 0 0 0,7-1 0 0 0,4 0 0 0 0,5 0 0 0 0,3-1 0 0 0,0-1 0 0 0,-1-2 0 0 0,-4 0 0 0 0,-3-1 0 0 0,-4 2 0 0 0,-4 0 0 0 0,-3 2 0 0 0,-2 0 0 0 0,-3 2 0 0 0,0 1 0 0 0,-1 0 0 0 0,1 2 0 0 0,0 3 0 0 0,3 6 0 0 0,1 4 0 0 0,2 7 0 0 0,5 4 0 0 0,0 1 0 0 0,1-2 0 0 0,-4 0 0 0 0,-3-1 0 0 0,-4-1 0 0 0,-2-2 0 0 0,-3-2 0 0 0,-1-4 0 0 0,-2-3 0 0 0,-1-2 0 0 0,-2-4 0 0 0,-1-2 0 0 0,0-5 0 0 0,0-5 0 0 0,0-5 0 0 0,-1-5 0 0 0,0-4 0 0 0,-1-4 0 0 0,1-2 0 0 0,0 0 0 0 0,1 0 0 0 0,2 4 0 0 0,1 1 0 0 0,1 2 0 0 0,0 3 0 0 0,1 3 0 0 0,1 3 0 0 0,1 2 0 0 0,1 2 0 0 0,1 2 0 0 0,1 2 0 0 0,1 2 0 0 0,1 0 0 0 0,-1 1 0 0 0,2 0 0 0 0,0 1 0 0 0,0 1 0 0 0,1 2 0 0 0,2 3 0 0 0,3 4 0 0 0,1 3 0 0 0,0 4 0 0 0,2 3 0 0 0,-1 1 0 0 0,-2 1 0 0 0,-3 0 0 0 0,-2-1 0 0 0,-2-4 0 0 0,-2-3 0 0 0,-1-4 0 0 0,-2-2 0 0 0,0-3 0 0 0,0 0 0 0 0,1-2 0 0 0,1-1 0 0 0,1-2 0 0 0,1 0 0 0 0,-1 0 0 0 0,1-1 0 0 0,0 0 0 0 0,1-1 0 0 0,-1 1 0 0 0,0 0 0 0 0,0 0 0 0 0,0 0 0 0 0,-2 2 0 0 0,-2 3 0 0 0,0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19131 4122 16383 0 0,'0'0'0'0'0,"4"-2"0"0"0,6-3 0 0 0,9-4 0 0 0,11-4 0 0 0,8-5 0 0 0,6-2 0 0 0,2-1 0 0 0,-1 0 0 0 0,-4 3 0 0 0,-6 2 0 0 0,-7 4 0 0 0,-6 3 0 0 0,-6 2 0 0 0,-5 2 0 0 0,-3 2 0 0 0,-4 0 0 0 0,0 1 0 0 0,0 1 0 0 0,0 0 0 0 0,0 1 0 0 0,1 0 0 0 0,1 0 0 0 0,-1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19340 3692 16383 0 0,'1'1'0'0'0,"2"11"0"0"0,3 15 0 0 0,3 9 0 0 0,3 9 0 0 0,2 9 0 0 0,3 10 0 0 0,1 3 0 0 0,2 2 0 0 0,-2-2 0 0 0,1-2 0 0 0,-2-7 0 0 0,-1-8 0 0 0,-2-10 0 0 0,-3-9 0 0 0,-3-10 0 0 0,-2-7 0 0 0,-1-6 0 0 0,-3-2 0 0 0,-1-3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19799 4075 16383 0 0,'0'0'0'0'0,"0"3"0"0"0,0 6 0 0 0,0 7 0 0 0,-1 8 0 0 0,-1 6 0 0 0,0 1 0 0 0,1-2 0 0 0,1-3 0 0 0,3-3 0 0 0,2-5 0 0 0,2-4 0 0 0,1-4 0 0 0,1-3 0 0 0,4-4 0 0 0,1-2 0 0 0,3-3 0 0 0,1-5 0 0 0,2-4 0 0 0,-2-5 0 0 0,-2-4 0 0 0,0-4 0 0 0,0-4 0 0 0,-2-2 0 0 0,0 0 0 0 0,-1-1 0 0 0,-3 1 0 0 0,-1 2 0 0 0,-3 3 0 0 0,-1 2 0 0 0,-3 4 0 0 0,-2 3 0 0 0,-3 3 0 0 0,-6 2 0 0 0,-4-1 0 0 0,-6 1 0 0 0,-4 1 0 0 0,-4 1 0 0 0,-1 1 0 0 0,1 3 0 0 0,2 1 0 0 0,3 2 0 0 0,4 1 0 0 0,4 1 0 0 0,4 1 0 0 0,3 1 0 0 0,3 4 0 0 0,2 3 0 0 0,2 3 0 0 0,0 3 0 0 0,0 3 0 0 0,1-3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20537 3500 16383 0 0,'0'0'0'0'0,"0"3"0"0"0,1 8 0 0 0,4 14 0 0 0,5 19 0 0 0,4 15 0 0 0,6 16 0 0 0,2 4 0 0 0,-1-5 0 0 0,-3-10 0 0 0,-3-14 0 0 0,-4-13 0 0 0,-4-12 0 0 0,-2-9 0 0 0,-2-6 0 0 0,-1-4 0 0 0,-1-1 0 0 0,0-3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20483 3909 16383 0 0,'1'-1'0'0'0,"4"-2"0"0"0,9-9 0 0 0,11-8 0 0 0,11-7 0 0 0,7-7 0 0 0,5-3 0 0 0,1 1 0 0 0,-5 4 0 0 0,-6 6 0 0 0,-8 7 0 0 0,-8 7 0 0 0,-6 4 0 0 0,-5 5 0 0 0,-4 5 0 0 0,-3 2 0 0 0,-3 2 0 0 0,-1 2 0 0 0,-1 1 0 0 0,0 0 0 0 0,1-1 0 0 0,-1 0 0 0 0,0 0 0 0 0,1-2 0 0 0,0 1 0 0 0,0 2 0 0 0,2 0 0 0 0,2 1 0 0 0,2 3 0 0 0,3 1 0 0 0,4 4 0 0 0,6 1 0 0 0,3 0 0 0 0,5 1 0 0 0,2-2 0 0 0,-1-2 0 0 0,-2-2 0 0 0,0-3 0 0 0,-1-2 0 0 0,-1-1 0 0 0,1-3 0 0 0,-1-2 0 0 0,-1-2 0 0 0,-1-4 0 0 0,-2-5 0 0 0,-3-6 0 0 0,-1-7 0 0 0,-3-5 0 0 0,-4-2 0 0 0,-2-1 0 0 0,-3 1 0 0 0,-1 2 0 0 0,-1 2 0 0 0,-2 4 0 0 0,-2 3 0 0 0,-2 3 0 0 0,-4 5 0 0 0,-4 3 0 0 0,-2 4 0 0 0,-3 1 0 0 0,-2 4 0 0 0,0 5 0 0 0,-3 7 0 0 0,0 7 0 0 0,2 6 0 0 0,2 6 0 0 0,5 3 0 0 0,3 4 0 0 0,4 1 0 0 0,3-1 0 0 0,3-1 0 0 0,5-3 0 0 0,3-3 0 0 0,4-3 0 0 0,3-3 0 0 0,4-2 0 0 0,2-3 0 0 0,2-2 0 0 0,1-4 0 0 0,3-6 0 0 0,0-3 0 0 0,-1-4 0 0 0,1-4 0 0 0,1-7 0 0 0,0-9 0 0 0,-1-6 0 0 0,-1-6 0 0 0,0-6 0 0 0,0-7 0 0 0,2-10 0 0 0,2-7 0 0 0,1-4 0 0 0,-3 2 0 0 0,-2 2 0 0 0,-3 7 0 0 0,-3 7 0 0 0,-5 8 0 0 0,-4 10 0 0 0,-2 8 0 0 0,-4 6 0 0 0,-2 4 0 0 0,-2 6 0 0 0,-1 9 0 0 0,-3 10 0 0 0,-2 6 0 0 0,-4 8 0 0 0,-3 2 0 0 0,-1 1 0 0 0,-1 2 0 0 0,0 0 0 0 0,0-2 0 0 0,2-3 0 0 0,1-5 0 0 0,3-4 0 0 0,2-5 0 0 0,1-4 0 0 0,1-4 0 0 0,0-2 0 0 0,1-5 0 0 0,-1-4 0 0 0,-2-4 0 0 0,0-4 0 0 0,-1-7 0 0 0,-2-5 0 0 0,-1-3 0 0 0,0-3 0 0 0,0 0 0 0 0,1 0 0 0 0,1 3 0 0 0,1 6 0 0 0,1 4 0 0 0,2 3 0 0 0,1 3 0 0 0,2 4 0 0 0,4 8 0 0 0,4 6 0 0 0,4 7 0 0 0,8 7 0 0 0,7 5 0 0 0,5 4 0 0 0,2 0 0 0 0,2 0 0 0 0,-2-3 0 0 0,0-2 0 0 0,-1-4 0 0 0,-2-5 0 0 0,-3-4 0 0 0,-4-5 0 0 0,-3-3 0 0 0,-3-2 0 0 0,-1-2 0 0 0,-2-1 0 0 0,0-1 0 0 0,-1-1 0 0 0,1 1 0 0 0,-1-2 0 0 0,1-3 0 0 0,0-5 0 0 0,1-9 0 0 0,0-6 0 0 0,0-5 0 0 0,0-6 0 0 0,0-8 0 0 0,-2-7 0 0 0,0-6 0 0 0,-1-8 0 0 0,-2-3 0 0 0,-2-3 0 0 0,-4 0 0 0 0,-4 3 0 0 0,-4 7 0 0 0,-4 8 0 0 0,-1 8 0 0 0,-2 8 0 0 0,0 7 0 0 0,1 6 0 0 0,2 5 0 0 0,1 5 0 0 0,1 6 0 0 0,1 9 0 0 0,2 6 0 0 0,5 13 0 0 0,7 13 0 0 0,6 11 0 0 0,7 12 0 0 0,6 7 0 0 0,2 4 0 0 0,-2 0 0 0 0,-1-2 0 0 0,-4-8 0 0 0,-4-9 0 0 0,-5-11 0 0 0,-4-11 0 0 0,-3-7 0 0 0,-3-8 0 0 0,-1-7 0 0 0,-1-9 0 0 0,-2-7 0 0 0,-2-9 0 0 0,-3-5 0 0 0,-3-4 0 0 0,-1-1 0 0 0,-2-1 0 0 0,-1 0 0 0 0,0 1 0 0 0,-1 2 0 0 0,0 4 0 0 0,1 4 0 0 0,1 5 0 0 0,1 4 0 0 0,-1 4 0 0 0,0 4 0 0 0,0 2 0 0 0,-2 2 0 0 0,-3 0 0 0 0,-1 1 0 0 0,-2 0 0 0 0,0 0 0 0 0,1-1 0 0 0,2 0 0 0 0,2 1 0 0 0,4-1 0 0 0,5 0 0 0 0,5 0 0 0 0,4-1 0 0 0,5 0 0 0 0,3-2 0 0 0,5 0 0 0 0,1-2 0 0 0,2-2 0 0 0,2-2 0 0 0,1-1 0 0 0,1 0 0 0 0,1-2 0 0 0,-1 1 0 0 0,-1-1 0 0 0,-3 2 0 0 0,-2 1 0 0 0,-4 1 0 0 0,-2 1 0 0 0,-4 3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14845 9300 16383 0 0,'0'-1'0'0'0,"-1"-3"0"0"0,-2-6 0 0 0,-3-5 0 0 0,-4-7 0 0 0,-2-4 0 0 0,-1-6 0 0 0,-3-4 0 0 0,1 0 0 0 0,-1-2 0 0 0,1-1 0 0 0,1 1 0 0 0,0 2 0 0 0,2-1 0 0 0,0 1 0 0 0,1 2 0 0 0,1 4 0 0 0,0 2 0 0 0,2 1 0 0 0,0 0 0 0 0,0 1 0 0 0,2 1 0 0 0,-1 0 0 0 0,2 0 0 0 0,-1 2 0 0 0,1 1 0 0 0,0 1 0 0 0,0 1 0 0 0,0 1 0 0 0,1 2 0 0 0,0 0 0 0 0,0 1 0 0 0,1 0 0 0 0,0 0 0 0 0,-1-1 0 0 0,0-2 0 0 0,-1-3 0 0 0,-2-3 0 0 0,1-1 0 0 0,-1-2 0 0 0,0 1 0 0 0,0 0 0 0 0,-1 0 0 0 0,1 2 0 0 0,0 1 0 0 0,0 2 0 0 0,1 0 0 0 0,0 3 0 0 0,2 1 0 0 0,1 2 0 0 0,0 1 0 0 0,0 3 0 0 0,2 2 0 0 0,0 2 0 0 0,0 1 0 0 0,1 0 0 0 0,0 1 0 0 0,0 0 0 0 0,0 0 0 0 0,0 0 0 0 0,0 0 0 0 0,-2 1 0 0 0,0 0 0 0 0,-2 3 0 0 0,-1 3 0 0 0,-1 4 0 0 0,0 5 0 0 0,-1 5 0 0 0,-1 5 0 0 0,-1 4 0 0 0,-1 4 0 0 0,0 2 0 0 0,-1-2 0 0 0,1-2 0 0 0,0-3 0 0 0,1-4 0 0 0,1-2 0 0 0,1-2 0 0 0,1-4 0 0 0,0-1 0 0 0,3-4 0 0 0,0-4 0 0 0,3-6 0 0 0,3-6 0 0 0,3-5 0 0 0,3-5 0 0 0,3-3 0 0 0,1-1 0 0 0,1 0 0 0 0,-2 1 0 0 0,1 1 0 0 0,-2 1 0 0 0,0 2 0 0 0,-2 4 0 0 0,-2 3 0 0 0,-2 2 0 0 0,-1 3 0 0 0,0 2 0 0 0,0 2 0 0 0,1 2 0 0 0,4 2 0 0 0,3 5 0 0 0,4 4 0 0 0,4 3 0 0 0,2 4 0 0 0,3 5 0 0 0,1 2 0 0 0,3 1 0 0 0,0 0 0 0 0,-2-1 0 0 0,-2-3 0 0 0,-5-3 0 0 0,-4-3 0 0 0,-4-3 0 0 0,-4-4 0 0 0,-2-2 0 0 0,-2-1 0 0 0,-2-1 0 0 0,-1 1 0 0 0,-1 1 0 0 0,0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14853 9669 16383 0 0,'1'0'0'0'0,"3"-1"0"0"0,7-4 0 0 0,8-6 0 0 0,9-6 0 0 0,6-4 0 0 0,2-2 0 0 0,-1 1 0 0 0,-3 2 0 0 0,-3 1 0 0 0,-4 2 0 0 0,-4 3 0 0 0,-4 2 0 0 0,-3 3 0 0 0,-4 3 0 0 0,-3 1 0 0 0,-3 3 0 0 0,-5 0 0 0 0,-3 2 0 0 0,-3 0 0 0 0,-3 1 0 0 0,-1-1 0 0 0,-1 0 0 0 0,-1-1 0 0 0,-2-1 0 0 0,0-1 0 0 0,0 0 0 0 0,2-1 0 0 0,0 0 0 0 0,3 0 0 0 0,0 0 0 0 0,2 1 0 0 0,2 0 0 0 0,-1 2 0 0 0,2 0 0 0 0,-1-1 0 0 0,1-1 0 0 0,-1 0 0 0 0,0-2 0 0 0,-1 0 0 0 0,-1-1 0 0 0,0-1 0 0 0,0 0 0 0 0,0-1 0 0 0,1-1 0 0 0,-2 0 0 0 0,0-2 0 0 0,-1 0 0 0 0,1-1 0 0 0,0 0 0 0 0,3 2 0 0 0,-1 1 0 0 0,3 2 0 0 0,1 3 0 0 0,4 3 0 0 0,1 4 0 0 0,2 4 0 0 0,2 2 0 0 0,2 6 0 0 0,2 6 0 0 0,3 6 0 0 0,2 5 0 0 0,0 1 0 0 0,0 3 0 0 0,2 3 0 0 0,-1-1 0 0 0,-2-1 0 0 0,-2-5 0 0 0,-2-4 0 0 0,-2-5 0 0 0,-2-3 0 0 0,-1-4 0 0 0,-2-2 0 0 0,0-1 0 0 0,0-2 0 0 0,0 1 0 0 0,1 0 0 0 0,1 1 0 0 0,-1 0 0 0 0,0-1 0 0 0,-1-1 0 0 0,1-1 0 0 0,-1-2 0 0 0,0-1 0 0 0,-2-1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15216 9768 16383 0 0,'1'0'0'0'0,"2"1"0"0"0,2 0 0 0 0,2 2 0 0 0,0-1 0 0 0,0 0 0 0 0,1-1 0 0 0,-1 0 0 0 0,0-4 0 0 0,2-4 0 0 0,3-5 0 0 0,0-5 0 0 0,0-3 0 0 0,-1-2 0 0 0,1-1 0 0 0,-3 3 0 0 0,-1 2 0 0 0,-2 1 0 0 0,-1 0 0 0 0,-3 0 0 0 0,-2 1 0 0 0,-3 0 0 0 0,-5 2 0 0 0,-3 0 0 0 0,-4 1 0 0 0,-1 2 0 0 0,-1 1 0 0 0,1 3 0 0 0,0 2 0 0 0,2 1 0 0 0,0 2 0 0 0,2 1 0 0 0,1 0 0 0 0,2 2 0 0 0,0 0 0 0 0,3 4 0 0 0,0 4 0 0 0,1 5 0 0 0,2 3 0 0 0,0 2 0 0 0,2 1 0 0 0,1 0 0 0 0,-1 1 0 0 0,2-2 0 0 0,1-1 0 0 0,0-3 0 0 0,0-3 0 0 0,1-2 0 0 0,-1-2 0 0 0,-1-2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15458 9163 16383 0 0,'0'1'0'0'0,"0"2"0"0"0,0 8 0 0 0,1 12 0 0 0,2 14 0 0 0,3 14 0 0 0,4 11 0 0 0,4 8 0 0 0,1 2 0 0 0,3 1 0 0 0,0 0 0 0 0,0-4 0 0 0,0-3 0 0 0,-2-6 0 0 0,-2-6 0 0 0,-1-10 0 0 0,-3-9 0 0 0,-1-9 0 0 0,-3-8 0 0 0,-3-6 0 0 0,-1-4 0 0 0,-4-4 0 0 0,-1-1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15780 9562 16383 0 0,'0'0'0'0'0,"0"-3"0"0"0,0-5 0 0 0,0-8 0 0 0,0-8 0 0 0,0-5 0 0 0,0-2 0 0 0,0 0 0 0 0,0 2 0 0 0,1 2 0 0 0,1 2 0 0 0,-1 3 0 0 0,0 4 0 0 0,0 2 0 0 0,0 3 0 0 0,-1 3 0 0 0,0 2 0 0 0,-2 2 0 0 0,1 2 0 0 0,-1 0 0 0 0,0 4 0 0 0,0 3 0 0 0,0 3 0 0 0,-1 5 0 0 0,-2 4 0 0 0,-4 7 0 0 0,-2 6 0 0 0,-3 4 0 0 0,-2 2 0 0 0,-2 3 0 0 0,-1 2 0 0 0,2-2 0 0 0,2-4 0 0 0,1-4 0 0 0,3-5 0 0 0,1-6 0 0 0,3-4 0 0 0,1-5 0 0 0,3-2 0 0 0,2-1 0 0 0,-1 0 0 0 0,1 0 0 0 0,0 3 0 0 0,-2 1 0 0 0,-1 1 0 0 0,0 1 0 0 0,0 0 0 0 0,1-1 0 0 0,-1 0 0 0 0,1-3 0 0 0,3-2 0 0 0,5-5 0 0 0,6-4 0 0 0,7-3 0 0 0,5-4 0 0 0,5-1 0 0 0,3 0 0 0 0,-1 0 0 0 0,-2 1 0 0 0,-4 2 0 0 0,-5 2 0 0 0,-3 2 0 0 0,-4 2 0 0 0,-3 1 0 0 0,-1 0 0 0 0,-2 1 0 0 0,0 1 0 0 0,-1 0 0 0 0,0 1 0 0 0,-1 1 0 0 0,0 2 0 0 0,-1 2 0 0 0,1 0 0 0 0,1 0 0 0 0,0-2 0 0 0,1 0 0 0 0,0-3 0 0 0,1 0 0 0 0,1-2 0 0 0,3-2 0 0 0,2-4 0 0 0,1-4 0 0 0,2-3 0 0 0,0-3 0 0 0,2-4 0 0 0,0-2 0 0 0,-1 0 0 0 0,-3 0 0 0 0,-1 2 0 0 0,-3 1 0 0 0,-1 3 0 0 0,-4 2 0 0 0,-1 1 0 0 0,-2 0 0 0 0,-2-1 0 0 0,0-1 0 0 0,-2 0 0 0 0,-2-1 0 0 0,-2 2 0 0 0,-1 1 0 0 0,-1 2 0 0 0,0 1 0 0 0,0 2 0 0 0,0 2 0 0 0,1 2 0 0 0,0 3 0 0 0,-1 0 0 0 0,-2 1 0 0 0,-1 0 0 0 0,-1 1 0 0 0,-2 2 0 0 0,1 3 0 0 0,-1 2 0 0 0,2 3 0 0 0,0 2 0 0 0,3 2 0 0 0,2 1 0 0 0,2 1 0 0 0,3 1 0 0 0,1 3 0 0 0,1 0 0 0 0,2 1 0 0 0,3 3 0 0 0,1 1 0 0 0,2 0 0 0 0,1 1 0 0 0,3-1 0 0 0,1-1 0 0 0,-1-4 0 0 0,0-2 0 0 0,0-2 0 0 0,0-3 0 0 0,0-1 0 0 0,0-2 0 0 0,0-1 0 0 0,2-3 0 0 0,-1 0 0 0 0,2-2 0 0 0,1-2 0 0 0,0-2 0 0 0,-1 0 0 0 0,1-3 0 0 0,0-4 0 0 0,1-4 0 0 0,-2-5 0 0 0,0-5 0 0 0,-1-2 0 0 0,-2-3 0 0 0,-3-2 0 0 0,-1-1 0 0 0,-3 1 0 0 0,-2 2 0 0 0,-2 4 0 0 0,0 1 0 0 0,-1 4 0 0 0,-1 0 0 0 0,1 3 0 0 0,-1 1 0 0 0,1 0 0 0 0,0 2 0 0 0,0 0 0 0 0,0 2 0 0 0,0 2 0 0 0,1 2 0 0 0,1 4 0 0 0,3 5 0 0 0,3 4 0 0 0,3 5 0 0 0,1 6 0 0 0,2 4 0 0 0,-1 1 0 0 0,0-2 0 0 0,-3-2 0 0 0,0-3 0 0 0,-2-3 0 0 0,-2-3 0 0 0,-1-2 0 0 0,-2-4 0 0 0,-3-6 0 0 0,-3-6 0 0 0,-3-8 0 0 0,-2-7 0 0 0,-2-7 0 0 0,-1-9 0 0 0,-1-3 0 0 0,1 0 0 0 0,3 3 0 0 0,0 4 0 0 0,3 6 0 0 0,2 3 0 0 0,1 4 0 0 0,2 4 0 0 0,1 3 0 0 0,1 3 0 0 0,0 2 0 0 0,1 3 0 0 0,2 3 0 0 0,2 4 0 0 0,2 4 0 0 0,4 4 0 0 0,2 6 0 0 0,2 2 0 0 0,1 3 0 0 0,3 5 0 0 0,2 2 0 0 0,1 2 0 0 0,-1 1 0 0 0,-1 1 0 0 0,-2-2 0 0 0,-4-3 0 0 0,-3-4 0 0 0,-3-4 0 0 0,-2-5 0 0 0,-3-3 0 0 0,-3-3 0 0 0,0-2 0 0 0,-2 0 0 0 0,0 0 0 0 0,0-1 0 0 0,-1 1 0 0 0,2-1 0 0 0,0 0 0 0 0,2-2 0 0 0,1-1 0 0 0,0-1 0 0 0,2-1 0 0 0,-1 0 0 0 0,1 0 0 0 0,0 0 0 0 0,1-1 0 0 0,-1 0 0 0 0,0-1 0 0 0,0-1 0 0 0,-1 1 0 0 0,0-1 0 0 0,-1 1 0 0 0,0-1 0 0 0,1 1 0 0 0,-1-1 0 0 0,1-1 0 0 0,2-1 0 0 0,4-2 0 0 0,4-2 0 0 0,3-2 0 0 0,4-1 0 0 0,0 0 0 0 0,0-1 0 0 0,-2 2 0 0 0,-4 2 0 0 0,-3 2 0 0 0,-3 1 0 0 0,-2 2 0 0 0,-2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5142 8215 16383 0 0,'1'0'0'0'0,"9"8"0"0"0,26 20 0 0 0,37 31 0 0 0,41 32 0 0 0,41 34 0 0 0,49 40 0 0 0,43 32 0 0 0,14 9 0 0 0,-3-5 0 0 0,-6-9 0 0 0,-3-10 0 0 0,8-5 0 0 0,9-6 0 0 0,12-8 0 0 0,16-8 0 0 0,16-13 0 0 0,12-17 0 0 0,7-21 0 0 0,4-20 0 0 0,-8-20 0 0 0,-15-21 0 0 0,-9-16 0 0 0,4-12 0 0 0,-5-10 0 0 0,-9-5 0 0 0,2-2 0 0 0,-15-1 0 0 0,29-1 0 0 0,4 2 0 0 0,-11 1 0 0 0,-32 3 0 0 0,-41 4 0 0 0,-30 4 0 0 0,-19 10 0 0 0,-11 11 0 0 0,1 14 0 0 0,9 15 0 0 0,1 12 0 0 0,-7 6 0 0 0,-8 4 0 0 0,-11 2 0 0 0,-13 2 0 0 0,-19-2 0 0 0,-20-5 0 0 0,-20-7 0 0 0,-16-5 0 0 0,-13-5 0 0 0,-9-2 0 0 0,-8-1 0 0 0,-6 1 0 0 0,-5 3 0 0 0,-4 0 0 0 0,-2 2 0 0 0,-1 6 0 0 0,-2 4 0 0 0,-2-3 0 0 0,-4-8 0 0 0,-2-5 0 0 0,0-6 0 0 0,0-4 0 0 0,2-3 0 0 0,1-6 0 0 0,4-4 0 0 0,5-3 0 0 0,10-3 0 0 0,10-5 0 0 0,13-3 0 0 0,16-2 0 0 0,12-3 0 0 0,12 2 0 0 0,34 2 0 0 0,37 0 0 0 0,13-3 0 0 0,1-2 0 0 0,-4-2 0 0 0,-1-3 0 0 0,-7-2 0 0 0,-10-3 0 0 0,-17-2 0 0 0,-21-1 0 0 0,-13-2 0 0 0,-9-1 0 0 0,-9-1 0 0 0,-8 1 0 0 0,-8 0 0 0 0,-5-3 0 0 0,-3-3 0 0 0,-6-1 0 0 0,-6 0 0 0 0,-7 0 0 0 0,-7 0 0 0 0,-7 3 0 0 0,-5 3 0 0 0,-3 5 0 0 0,-2 6 0 0 0,-1 5 0 0 0,-1 3 0 0 0,-2 0 0 0 0,-2-1 0 0 0,-2-2 0 0 0,-2 17 0 0 0,-2 34 0 0 0,-3 20 0 0 0,-1 2 0 0 0,-2-12 0 0 0,-3-19 0 0 0,-7-17 0 0 0,-8-14 0 0 0,-9-9 0 0 0,-12-7 0 0 0,-8-3 0 0 0,0-3 0 0 0,4-2 0 0 0,6-1 0 0 0,7-1 0 0 0,4-1 0 0 0,3 0 0 0 0,4 0 0 0 0,3-2 0 0 0,2-1 0 0 0,3-2 0 0 0,1 0 0 0 0,1-1 0 0 0,2 1 0 0 0,2 3 0 0 0,3 2 0 0 0,1 3 0 0 0,2 0 0 0 0,2 1 0 0 0,-1 0 0 0 0,2 1 0 0 0,-1-1 0 0 0,1 0 0 0 0,0 1 0 0 0,1 0 0 0 0,-1 0 0 0 0,1 0 0 0 0,-1 1 0 0 0,0-1 0 0 0,-1 1 0 0 0,1 2 0 0 0,-1 1 0 0 0,2 1 0 0 0,0 1 0 0 0,1 1 0 0 0,0 1 0 0 0,0-2 0 0 0,1 1 0 0 0,-1-1 0 0 0,1 1 0 0 0,0 2 0 0 0,2 2 0 0 0,0 2 0 0 0,-1-1 0 0 0,0 1 0 0 0,0-1 0 0 0,0 0 0 0 0,-1-1 0 0 0,-2-3 0 0 0,0-2 0 0 0,-2-2 0 0 0,0 1 0 0 0,-1 0 0 0 0,0 3 0 0 0,0 2 0 0 0,1 1 0 0 0,-1 0 0 0 0,-1-1 0 0 0,1-2 0 0 0,-2-2 0 0 0,1-2 0 0 0,-1-1 0 0 0,0-1 0 0 0,0 1 0 0 0,2 2 0 0 0,1 2 0 0 0,1 4 0 0 0,1 1 0 0 0,-2 0 0 0 0,-1 0 0 0 0,0-1 0 0 0,-1-2 0 0 0,0-2 0 0 0,0-1 0 0 0,1-2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18769 14625 16383 0 0,'1'0'0'0'0,"0"0"0"0"0,5 2 0 0 0,6 2 0 0 0,6 4 0 0 0,7 1 0 0 0,7 1 0 0 0,5 4 0 0 0,4 1 0 0 0,2 2 0 0 0,-1-1 0 0 0,-2 1 0 0 0,-5-2 0 0 0,-3 0 0 0 0,-5-2 0 0 0,-3-2 0 0 0,-4-1 0 0 0,-4-1 0 0 0,-3-1 0 0 0,-2-1 0 0 0,-2 0 0 0 0,-1 0 0 0 0,-1-1 0 0 0,0 0 0 0 0,-1 0 0 0 0,0 0 0 0 0,-1 1 0 0 0,2 2 0 0 0,-2 0 0 0 0,1 0 0 0 0,-1-1 0 0 0,0-1 0 0 0,-1-1 0 0 0,-1 0 0 0 0,-1-1 0 0 0,1-1 0 0 0,0-1 0 0 0,1-2 0 0 0,0 0 0 0 0,1-1 0 0 0,1-1 0 0 0,-1-2 0 0 0,2-2 0 0 0,2-5 0 0 0,2-1 0 0 0,1-3 0 0 0,2-1 0 0 0,-1-1 0 0 0,1 0 0 0 0,-1 0 0 0 0,0 2 0 0 0,0 0 0 0 0,0 1 0 0 0,0 0 0 0 0,3-2 0 0 0,3-4 0 0 0,3-4 0 0 0,2-3 0 0 0,2-3 0 0 0,-1 0 0 0 0,-1 1 0 0 0,-4 2 0 0 0,-3 5 0 0 0,-3 3 0 0 0,-3 3 0 0 0,-2 3 0 0 0,-2 2 0 0 0,0 2 0 0 0,-1 1 0 0 0,-1 1 0 0 0,-1 0 0 0 0,0 1 0 0 0,-1 0 0 0 0,0 0 0 0 0,0 1 0 0 0,0-1 0 0 0,0 1 0 0 0,-1 1 0 0 0,0 3 0 0 0,-1 2 0 0 0,-2 2 0 0 0,0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15500 11155 16383 0 0,'0'0'0'0'0,"0"3"0"0"0,0 5 0 0 0,0 6 0 0 0,0 6 0 0 0,1 5 0 0 0,0 2 0 0 0,1 0 0 0 0,1-1 0 0 0,-1-5 0 0 0,1-4 0 0 0,-1-5 0 0 0,0-4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15638 11164 16383 0 0,'0'2'0'0'0,"0"3"0"0"0,0 2 0 0 0,1 3 0 0 0,0-1 0 0 0,1 1 0 0 0,0-1 0 0 0,0-2 0 0 0,1 0 0 0 0,0-1 0 0 0,0-3 0 0 0,0-2 0 0 0,-1-4 0 0 0,0-2 0 0 0,0-4 0 0 0,1 0 0 0 0,0-1 0 0 0,1-1 0 0 0,1 0 0 0 0,1 0 0 0 0,0 1 0 0 0,0 1 0 0 0,0 1 0 0 0,0 0 0 0 0,0 0 0 0 0,0 1 0 0 0,0 0 0 0 0,-1 2 0 0 0,1 0 0 0 0,-1 2 0 0 0,0 1 0 0 0,1 1 0 0 0,0 0 0 0 0,0 1 0 0 0,-1 0 0 0 0,0 2 0 0 0,0 1 0 0 0,-1 1 0 0 0,0 1 0 0 0,0 1 0 0 0,0 2 0 0 0,0 1 0 0 0,1 0 0 0 0,0 1 0 0 0,-1-1 0 0 0,0 0 0 0 0,-1 0 0 0 0,0-1 0 0 0,-2 0 0 0 0,0 0 0 0 0,0 0 0 0 0,1 0 0 0 0,-1 0 0 0 0,0-1 0 0 0,-1 0 0 0 0,1-1 0 0 0,1 0 0 0 0,-1-2 0 0 0,2 1 0 0 0,1-2 0 0 0,0-1 0 0 0,0-2 0 0 0,0-3 0 0 0,-1-3 0 0 0,0-1 0 0 0,0-3 0 0 0,1-1 0 0 0,-1 0 0 0 0,1 0 0 0 0,0 0 0 0 0,1-1 0 0 0,-1-1 0 0 0,0 0 0 0 0,0 1 0 0 0,0 0 0 0 0,0 1 0 0 0,0 1 0 0 0,1 1 0 0 0,0 1 0 0 0,-1 2 0 0 0,0 1 0 0 0,1 2 0 0 0,0 0 0 0 0,0 0 0 0 0,1 2 0 0 0,0 0 0 0 0,1 1 0 0 0,1 0 0 0 0,-1 0 0 0 0,1 0 0 0 0,-1 2 0 0 0,0 2 0 0 0,0 2 0 0 0,0 0 0 0 0,0 2 0 0 0,-1 1 0 0 0,1 0 0 0 0,-2 1 0 0 0,-1 0 0 0 0,0-1 0 0 0,-2-1 0 0 0,0-1 0 0 0,0 1 0 0 0,-1 1 0 0 0,1 0 0 0 0,0-1 0 0 0,0 1 0 0 0,0-2 0 0 0,0 0 0 0 0,1-1 0 0 0,0-2 0 0 0,1 1 0 0 0,-1 0 0 0 0,0-2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16164 10935 16383 0 0,'0'0'0'0'0,"0"3"0"0"0,1 3 0 0 0,2 9 0 0 0,3 8 0 0 0,2 9 0 0 0,3 8 0 0 0,1 6 0 0 0,0 2 0 0 0,0 0 0 0 0,-2 0 0 0 0,-1-4 0 0 0,-2-2 0 0 0,-2-6 0 0 0,-1-6 0 0 0,0-6 0 0 0,-1-5 0 0 0,-1-6 0 0 0,0-2 0 0 0,-1-4 0 0 0,-1 0 0 0 0,0-2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16247 11004 16383 0 0,'0'0'0'0'0,"2"0"0"0"0,1 0 0 0 0,1 0 0 0 0,2 0 0 0 0,1 0 0 0 0,2 1 0 0 0,-1 3 0 0 0,0 2 0 0 0,0 3 0 0 0,-2 3 0 0 0,0 2 0 0 0,-1 3 0 0 0,1 2 0 0 0,0 0 0 0 0,0 0 0 0 0,0-3 0 0 0,-1-3 0 0 0,0-2 0 0 0,-2-1 0 0 0,0-2 0 0 0,-2-1 0 0 0,0 0 0 0 0,0-1 0 0 0,0-1 0 0 0,-1 1 0 0 0,-1-1 0 0 0,-1 1 0 0 0,-2 0 0 0 0,-1 0 0 0 0,-1 1 0 0 0,0-1 0 0 0,0-1 0 0 0,0 1 0 0 0,0 0 0 0 0,0 0 0 0 0,0-1 0 0 0,0 1 0 0 0,0-2 0 0 0,2 0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16519 10989 16383 0 0,'0'1'0'0'0,"0"1"0"0"0,2 2 0 0 0,1 3 0 0 0,1 4 0 0 0,2 2 0 0 0,2 1 0 0 0,2-1 0 0 0,2 0 0 0 0,1-2 0 0 0,2-1 0 0 0,0-3 0 0 0,1-3 0 0 0,1-2 0 0 0,-2-1 0 0 0,0 0 0 0 0,0-2 0 0 0,0-2 0 0 0,-1-1 0 0 0,-1-2 0 0 0,0-3 0 0 0,-2-1 0 0 0,0-2 0 0 0,0-1 0 0 0,-1 0 0 0 0,-1 1 0 0 0,-1 1 0 0 0,-1 0 0 0 0,0-1 0 0 0,-1 1 0 0 0,-1 0 0 0 0,-1-1 0 0 0,-2 1 0 0 0,-1-1 0 0 0,-1 1 0 0 0,-1 1 0 0 0,-3 0 0 0 0,-1 1 0 0 0,-1 2 0 0 0,-2 2 0 0 0,-1 1 0 0 0,-1 1 0 0 0,1 1 0 0 0,-2 1 0 0 0,0 0 0 0 0,-1 1 0 0 0,-2 1 0 0 0,-5-1 0 0 0,0 0 0 0 0,-1 0 0 0 0,2 0 0 0 0,0 1 0 0 0,0 0 0 0 0,1 1 0 0 0,3 1 0 0 0,3 1 0 0 0,2 1 0 0 0,1 0 0 0 0,3-1 0 0 0,2 1 0 0 0,2 1 0 0 0,0-2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16973 10909 16383 0 0,'0'1'0'0'0,"0"1"0"0"0,1 5 0 0 0,0 4 0 0 0,1 7 0 0 0,1 4 0 0 0,0 1 0 0 0,1 0 0 0 0,-1-2 0 0 0,0-4 0 0 0,0-4 0 0 0,-1-3 0 0 0,0-3 0 0 0,-1-5 0 0 0,0-3 0 0 0,-1-4 0 0 0,0-3 0 0 0,0-3 0 0 0,0-2 0 0 0,0-2 0 0 0,-1 1 0 0 0,1 0 0 0 0,0 0 0 0 0,1 2 0 0 0,0 0 0 0 0,0 1 0 0 0,1 2 0 0 0,0-1 0 0 0,2 0 0 0 0,0 1 0 0 0,1-2 0 0 0,2-1 0 0 0,-1 0 0 0 0,0 0 0 0 0,0-1 0 0 0,0 1 0 0 0,1 0 0 0 0,-1 2 0 0 0,0 2 0 0 0,1 1 0 0 0,-1 2 0 0 0,0 2 0 0 0,-1 1 0 0 0,0 2 0 0 0,-1 2 0 0 0,0 0 0 0 0,0 0 0 0 0,-1 0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17161 10946 16383 0 0,'0'0'0'0'0,"3"0"0"0"0,5 0 0 0 0,6-2 0 0 0,7 1 0 0 0,3-2 0 0 0,2 1 0 0 0,-2-1 0 0 0,-2-1 0 0 0,-3 1 0 0 0,-3 1 0 0 0,-3 0 0 0 0,-2 1 0 0 0,-3 0 0 0 0,-2 0 0 0 0,0-1 0 0 0,-1 1 0 0 0,0 0 0 0 0,1 1 0 0 0,0 0 0 0 0,0-1 0 0 0,0 1 0 0 0,0-1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17260 10523 16383 0 0,'0'1'0'0'0,"0"1"0"0"0,1 5 0 0 0,0 6 0 0 0,2 6 0 0 0,1 5 0 0 0,0 2 0 0 0,1 1 0 0 0,0-1 0 0 0,-1 0 0 0 0,0-4 0 0 0,0-4 0 0 0,-1-1 0 0 0,0-1 0 0 0,1 1 0 0 0,1 1 0 0 0,1 1 0 0 0,0 1 0 0 0,2 0 0 0 0,-1 0 0 0 0,-1-1 0 0 0,-2-1 0 0 0,0-2 0 0 0,-1-2 0 0 0,-1-2 0 0 0,-1-1 0 0 0,0 0 0 0 0,-1 0 0 0 0,1-1 0 0 0,1 1 0 0 0,-1 0 0 0 0,0 0 0 0 0,-1 0 0 0 0,1-2 0 0 0,-1 0 0 0 0,0-1 0 0 0,0 0 0 0 0,0-1 0 0 0,0 0 0 0 0,0 0 0 0 0,0-1 0 0 0,0 1 0 0 0,0-1 0 0 0,0 1 0 0 0,0-1 0 0 0,0 0 0 0 0,0-1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17611 10912 16383 0 0,'-1'0'0'0'0,"-1"0"0"0"0,-2 0 0 0 0,-2 1 0 0 0,-3 0 0 0 0,-1 3 0 0 0,-1 3 0 0 0,1 2 0 0 0,0 2 0 0 0,1 2 0 0 0,1 3 0 0 0,1 1 0 0 0,2 2 0 0 0,0 0 0 0 0,1-1 0 0 0,2 0 0 0 0,1 1 0 0 0,3-2 0 0 0,2-1 0 0 0,2-1 0 0 0,1 0 0 0 0,0-4 0 0 0,0-1 0 0 0,-1-3 0 0 0,0-2 0 0 0,0-3 0 0 0,-1 0 0 0 0,0-2 0 0 0,1 0 0 0 0,0-1 0 0 0,0 0 0 0 0,0-3 0 0 0,1-1 0 0 0,-1-3 0 0 0,1-3 0 0 0,0-1 0 0 0,0-2 0 0 0,-2 0 0 0 0,-2 0 0 0 0,0-1 0 0 0,-2 0 0 0 0,-1 0 0 0 0,-1-1 0 0 0,-1-1 0 0 0,-3 1 0 0 0,0 1 0 0 0,-1 1 0 0 0,0 1 0 0 0,1 2 0 0 0,0 1 0 0 0,0 2 0 0 0,2 2 0 0 0,0 4 0 0 0,2 4 0 0 0,2 5 0 0 0,4 4 0 0 0,3 4 0 0 0,3 3 0 0 0,1 2 0 0 0,1-1 0 0 0,0-2 0 0 0,0-1 0 0 0,-1-4 0 0 0,-3-2 0 0 0,-1-2 0 0 0,-1-2 0 0 0,-2-2 0 0 0,0-1 0 0 0,0 0 0 0 0,0-1 0 0 0,0 0 0 0 0,0-1 0 0 0,1 2 0 0 0,-2 0 0 0 0,-1 0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17888 10845 16383 0 0,'0'0'0'0'0,"0"3"0"0"0,0 3 0 0 0,2 4 0 0 0,0 2 0 0 0,0 1 0 0 0,1-1 0 0 0,1 0 0 0 0,-1-3 0 0 0,0-4 0 0 0,0-4 0 0 0,-1-6 0 0 0,-1-4 0 0 0,0-4 0 0 0,-1-3 0 0 0,0-3 0 0 0,0-1 0 0 0,-1 0 0 0 0,0 0 0 0 0,-2 0 0 0 0,0 2 0 0 0,0 1 0 0 0,1 1 0 0 0,1 1 0 0 0,0 1 0 0 0,0 1 0 0 0,1 2 0 0 0,0 2 0 0 0,0 1 0 0 0,0 1 0 0 0,0 1 0 0 0,2 2 0 0 0,1 1 0 0 0,2 1 0 0 0,2 2 0 0 0,2-1 0 0 0,1 2 0 0 0,-1-1 0 0 0,1 0 0 0 0,-2 2 0 0 0,0 2 0 0 0,0 2 0 0 0,0 2 0 0 0,-1 3 0 0 0,-1 2 0 0 0,0 2 0 0 0,-3 1 0 0 0,0 0 0 0 0,-2-2 0 0 0,-1-1 0 0 0,1 0 0 0 0,0 1 0 0 0,0-1 0 0 0,2 0 0 0 0,-1 2 0 0 0,2 1 0 0 0,1 1 0 0 0,1 0 0 0 0,1 0 0 0 0,2-1 0 0 0,-1-2 0 0 0,-1-3 0 0 0,-1-1 0 0 0,-2-3 0 0 0,0-1 0 0 0,0-2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18300 10587 16383 0 0,'0'0'0'0'0,"-2"0"0"0"0,-1 1 0 0 0,-1 2 0 0 0,-2 2 0 0 0,0 0 0 0 0,0 1 0 0 0,1 1 0 0 0,1 0 0 0 0,2 1 0 0 0,0 3 0 0 0,1 0 0 0 0,-1 3 0 0 0,1 5 0 0 0,0 2 0 0 0,0 0 0 0 0,1 0 0 0 0,0-3 0 0 0,-2-3 0 0 0,0-1 0 0 0,-1 0 0 0 0,-1-2 0 0 0,-1 0 0 0 0,1 0 0 0 0,0-1 0 0 0,1-1 0 0 0,0 0 0 0 0,1 0 0 0 0,1-1 0 0 0,0-1 0 0 0,1 0 0 0 0,0-1 0 0 0,0 0 0 0 0,2-1 0 0 0,0 1 0 0 0,0-1 0 0 0,1 0 0 0 0,0-2 0 0 0,1 0 0 0 0,-1-2 0 0 0,2 0 0 0 0,1 0 0 0 0,3-1 0 0 0,1-1 0 0 0,1 1 0 0 0,0-1 0 0 0,0-1 0 0 0,-2 1 0 0 0,0 0 0 0 0,-2 0 0 0 0,0 0 0 0 0,-1 0 0 0 0,-1 0 0 0 0,1 0 0 0 0,0 0 0 0 0,0 0 0 0 0,0 0 0 0 0,1 0 0 0 0,-1 0 0 0 0,0 1 0 0 0,1 0 0 0 0,-2 0 0 0 0,1 0 0 0 0,0 1 0 0 0,0 0 0 0 0,-2 1 0 0 0,-1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18492 10773 16383 0 0,'0'0'0'0'0,"1"0"0"0"0,2 0 0 0 0,2 0 0 0 0,2 0 0 0 0,0-2 0 0 0,0 0 0 0 0,0-1 0 0 0,1-1 0 0 0,-1 0 0 0 0,-1-1 0 0 0,0 1 0 0 0,-1-1 0 0 0,0-2 0 0 0,-1 0 0 0 0,-1 1 0 0 0,0 0 0 0 0,0-1 0 0 0,0 1 0 0 0,-1 0 0 0 0,-1 0 0 0 0,0 0 0 0 0,-1 0 0 0 0,1 0 0 0 0,0-1 0 0 0,0-1 0 0 0,0-2 0 0 0,0 0 0 0 0,-1 0 0 0 0,1-1 0 0 0,-1 0 0 0 0,-1 1 0 0 0,0 2 0 0 0,-2 1 0 0 0,0 2 0 0 0,0 2 0 0 0,-1 1 0 0 0,-2 1 0 0 0,0 0 0 0 0,0 1 0 0 0,0 0 0 0 0,0 0 0 0 0,-1 0 0 0 0,-1 1 0 0 0,0 0 0 0 0,-1 1 0 0 0,0 1 0 0 0,0 1 0 0 0,-1 2 0 0 0,1-1 0 0 0,0 2 0 0 0,3-1 0 0 0,0 1 0 0 0,2 0 0 0 0,0 1 0 0 0,2 0 0 0 0,0 2 0 0 0,-1 2 0 0 0,1 2 0 0 0,0 1 0 0 0,-1 2 0 0 0,1 0 0 0 0,0 1 0 0 0,0 0 0 0 0,2-1 0 0 0,0-1 0 0 0,0-2 0 0 0,2 0 0 0 0,1-1 0 0 0,-1-1 0 0 0,1-1 0 0 0,-1-1 0 0 0,0-1 0 0 0,1 0 0 0 0,0-1 0 0 0,1-1 0 0 0,-1 0 0 0 0,2-2 0 0 0,0-1 0 0 0,2 0 0 0 0,1 1 0 0 0,0 0 0 0 0,1 0 0 0 0,1-2 0 0 0,-1-1 0 0 0,0 0 0 0 0,0-2 0 0 0,-1 1 0 0 0,0-1 0 0 0,1-1 0 0 0,-1 1 0 0 0,1 0 0 0 0,0 0 0 0 0,1 0 0 0 0,0 0 0 0 0,0 0 0 0 0,-1 0 0 0 0,-1 0 0 0 0,-1-1 0 0 0,-1 0 0 0 0,-2-1 0 0 0,1 1 0 0 0,0-1 0 0 0,0 0 0 0 0,1 0 0 0 0,-1 1 0 0 0,1-1 0 0 0,0 0 0 0 0,0 1 0 0 0,-1 0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16660 11814 16383 0 0,'0'0'0'0'0,"0"2"0"0"0,0 1 0 0 0,0 4 0 0 0,0 4 0 0 0,1 2 0 0 0,1 3 0 0 0,3-1 0 0 0,1-1 0 0 0,1-1 0 0 0,3-1 0 0 0,1-3 0 0 0,1-1 0 0 0,0-3 0 0 0,0-1 0 0 0,-1-2 0 0 0,1-2 0 0 0,-1 0 0 0 0,0 0 0 0 0,-1 0 0 0 0,-1-1 0 0 0,0-2 0 0 0,-1-3 0 0 0,-1-2 0 0 0,0-4 0 0 0,0-1 0 0 0,-1-2 0 0 0,0 0 0 0 0,-1 1 0 0 0,0 0 0 0 0,-1 2 0 0 0,-2 0 0 0 0,0 2 0 0 0,-2 2 0 0 0,-1 3 0 0 0,-2 0 0 0 0,-1 2 0 0 0,-1 1 0 0 0,-2 0 0 0 0,-2 0 0 0 0,0 0 0 0 0,-1-1 0 0 0,0 1 0 0 0,0-2 0 0 0,-1 0 0 0 0,2 0 0 0 0,1 0 0 0 0,1 1 0 0 0,1-1 0 0 0,0 1 0 0 0,0 1 0 0 0,0 0 0 0 0,0 0 0 0 0,1 1 0 0 0,0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17236 11696 16383 0 0,'0'0'0'0'0,"0"-3"0"0"0,0-4 0 0 0,0-5 0 0 0,0-5 0 0 0,-1-4 0 0 0,-1-3 0 0 0,-1 0 0 0 0,-1 2 0 0 0,0 0 0 0 0,-2 2 0 0 0,-1 0 0 0 0,-1 0 0 0 0,-2 0 0 0 0,0 2 0 0 0,-2 1 0 0 0,1 2 0 0 0,-1 3 0 0 0,0 3 0 0 0,0 2 0 0 0,2 2 0 0 0,0 1 0 0 0,0 3 0 0 0,0 0 0 0 0,0 1 0 0 0,-1 0 0 0 0,0 0 0 0 0,1 1 0 0 0,0 1 0 0 0,0 2 0 0 0,0 0 0 0 0,1 2 0 0 0,1 0 0 0 0,2 3 0 0 0,2 2 0 0 0,1 4 0 0 0,2 3 0 0 0,1 4 0 0 0,5 4 0 0 0,4 2 0 0 0,4 2 0 0 0,3 2 0 0 0,1-1 0 0 0,0-1 0 0 0,-2 0 0 0 0,-1 0 0 0 0,-2 2 0 0 0,-1 3 0 0 0,0 1 0 0 0,-1 0 0 0 0,-1 1 0 0 0,1 0 0 0 0,-2-4 0 0 0,1-3 0 0 0,-1-6 0 0 0,-2-4 0 0 0,0-4 0 0 0,-3-5 0 0 0,-1-2 0 0 0,-1-2 0 0 0,1-2 0 0 0,-2-1 0 0 0,-1 0 0 0 0,-2-1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16966 11876 16383 0 0,'0'0'0'0'0,"3"0"0"0"0,5 0 0 0 0,6 0 0 0 0,4 0 0 0 0,2 0 0 0 0,2 0 0 0 0,1 0 0 0 0,-1 0 0 0 0,-1-1 0 0 0,-2 0 0 0 0,-3-1 0 0 0,-3 1 0 0 0,-3 0 0 0 0,-1 0 0 0 0,-2 0 0 0 0,-1-1 0 0 0,0 1 0 0 0,-1-1 0 0 0,0 0 0 0 0,-1 0 0 0 0,1 0 0 0 0,-1 0 0 0 0,1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16758 12369 16383 0 0,'2'0'0'0'0,"6"0"0"0"0,6 0 0 0 0,2 0 0 0 0,1-1 0 0 0,-1 0 0 0 0,-2-1 0 0 0,-2 1 0 0 0,-2 0 0 0 0,-1 0 0 0 0,-2 1 0 0 0,-1 0 0 0 0,0 0 0 0 0,0 0 0 0 0,-2 0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16774 12096 16383 0 0,'0'1'0'0'0,"1"4"0"0"0,1 8 0 0 0,4 14 0 0 0,2 18 0 0 0,3 17 0 0 0,0 9 0 0 0,1 4 0 0 0,0 1 0 0 0,-1-1 0 0 0,-1-6 0 0 0,-2-7 0 0 0,-2-10 0 0 0,-1-8 0 0 0,-1-10 0 0 0,-1-9 0 0 0,-1-7 0 0 0,0-5 0 0 0,-1-4 0 0 0,0-2 0 0 0,0-2 0 0 0,-1-1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17099 12539 16383 0 0,'0'1'0'0'0,"-1"7"0"0"0,-1 5 0 0 0,1 6 0 0 0,-1 3 0 0 0,1 2 0 0 0,1 1 0 0 0,0 0 0 0 0,1-1 0 0 0,3-3 0 0 0,3-2 0 0 0,2-4 0 0 0,3-2 0 0 0,1-4 0 0 0,1-3 0 0 0,0-2 0 0 0,1-3 0 0 0,0-4 0 0 0,0-3 0 0 0,0-5 0 0 0,0-2 0 0 0,-2-4 0 0 0,-1-1 0 0 0,-1-2 0 0 0,-2 1 0 0 0,-2 2 0 0 0,-1 1 0 0 0,-2 4 0 0 0,0 1 0 0 0,-3 1 0 0 0,0 0 0 0 0,0 1 0 0 0,-2-1 0 0 0,-3 0 0 0 0,-3 1 0 0 0,-3 0 0 0 0,-3-1 0 0 0,-2 1 0 0 0,-1 0 0 0 0,0 1 0 0 0,2 0 0 0 0,3 2 0 0 0,2 1 0 0 0,3 1 0 0 0,0 0 0 0 0,1 2 0 0 0,0 1 0 0 0,0 0 0 0 0,1 2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17361 12239 16383 0 0,'0'1'0'0'0,"0"3"0"0"0,1 5 0 0 0,0 4 0 0 0,1 4 0 0 0,-1 6 0 0 0,0 6 0 0 0,0 4 0 0 0,1 5 0 0 0,1 2 0 0 0,0-1 0 0 0,0-4 0 0 0,-1-2 0 0 0,0-6 0 0 0,-1-5 0 0 0,1-6 0 0 0,0-5 0 0 0,-1-3 0 0 0,0-2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17653 12239 16383 0 0,'-1'0'0'0'0,"-1"0"0"0"0,-6 2 0 0 0,-5 2 0 0 0,-5 2 0 0 0,-1 2 0 0 0,0 1 0 0 0,0-1 0 0 0,3 0 0 0 0,3-2 0 0 0,2-1 0 0 0,4-1 0 0 0,2 0 0 0 0,2 1 0 0 0,1-1 0 0 0,1 1 0 0 0,0 0 0 0 0,-2 0 0 0 0,0 2 0 0 0,-2 1 0 0 0,0 0 0 0 0,-2 0 0 0 0,-1 0 0 0 0,0-1 0 0 0,-1 0 0 0 0,1 0 0 0 0,2-1 0 0 0,3 0 0 0 0,5-2 0 0 0,3-1 0 0 0,3-1 0 0 0,2-2 0 0 0,0 1 0 0 0,1-1 0 0 0,0-1 0 0 0,-1 1 0 0 0,0 0 0 0 0,-1 2 0 0 0,-1 2 0 0 0,0 2 0 0 0,0 1 0 0 0,1 0 0 0 0,-1 1 0 0 0,1 0 0 0 0,0 0 0 0 0,0 1 0 0 0,-1-1 0 0 0,0 0 0 0 0,1 0 0 0 0,-1 0 0 0 0,1 0 0 0 0,0 0 0 0 0,-1-1 0 0 0,0 0 0 0 0,-1-2 0 0 0,0 0 0 0 0,-1-1 0 0 0,0-1 0 0 0,0-1 0 0 0,-1 1 0 0 0,0-2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17927 12324 16383 0 0,'1'0'0'0'0,"3"-1"0"0"0,4-2 0 0 0,2-1 0 0 0,1 0 0 0 0,-1-1 0 0 0,-2 0 0 0 0,0-2 0 0 0,0-1 0 0 0,-2-1 0 0 0,-1-1 0 0 0,-1 1 0 0 0,-2 0 0 0 0,-1 0 0 0 0,-1 0 0 0 0,0 2 0 0 0,0-1 0 0 0,-1 1 0 0 0,-1-1 0 0 0,-3 0 0 0 0,-2 1 0 0 0,-3 0 0 0 0,-4 2 0 0 0,-3 1 0 0 0,-2 1 0 0 0,0 1 0 0 0,1 1 0 0 0,1 1 0 0 0,0 0 0 0 0,2 1 0 0 0,1 1 0 0 0,1 1 0 0 0,1 2 0 0 0,3 0 0 0 0,3 1 0 0 0,1 1 0 0 0,3 2 0 0 0,0 1 0 0 0,2 2 0 0 0,0 1 0 0 0,1 1 0 0 0,-1 2 0 0 0,0 3 0 0 0,1 2 0 0 0,-1 3 0 0 0,2 0 0 0 0,0 0 0 0 0,1-2 0 0 0,2-2 0 0 0,0-3 0 0 0,1-3 0 0 0,0-3 0 0 0,1-1 0 0 0,0-3 0 0 0,2 0 0 0 0,0-2 0 0 0,2 1 0 0 0,2-2 0 0 0,0-1 0 0 0,1-1 0 0 0,0-1 0 0 0,1-1 0 0 0,-1 0 0 0 0,0-2 0 0 0,-2-1 0 0 0,-2 0 0 0 0,-2-2 0 0 0,-1-1 0 0 0,0-2 0 0 0,-1-1 0 0 0,-1 0 0 0 0,-1 0 0 0 0,-1 2 0 0 0,0 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9T00:20:2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18199 12071 16383 0 0,'0'1'0'0'0,"0"2"0"0"0,0 5 0 0 0,-1 6 0 0 0,0 7 0 0 0,-2 6 0 0 0,0 0 0 0 0,1 0 0 0 0,-1-2 0 0 0,2-3 0 0 0,0-3 0 0 0,0-3 0 0 0,1-3 0 0 0,0-3 0 0 0,0-2 0 0 0,0-4 0 0 0,0-5 0 0 0,0-6 0 0 0,0-4 0 0 0,0-5 0 0 0,1-5 0 0 0,-1-4 0 0 0,-1-4 0 0 0,-1-6 0 0 0,0-6 0 0 0,1-3 0 0 0,0 0 0 0 0,2 1 0 0 0,2 2 0 0 0,2 2 0 0 0,1 1 0 0 0,2 5 0 0 0,0 3 0 0 0,0 5 0 0 0,1 5 0 0 0,0 4 0 0 0,1 5 0 0 0,1 5 0 0 0,1 3 0 0 0,0 2 0 0 0,1 1 0 0 0,2 1 0 0 0,1 2 0 0 0,2 4 0 0 0,-1 2 0 0 0,1 6 0 0 0,-2 5 0 0 0,0 2 0 0 0,-2 4 0 0 0,-2 2 0 0 0,-3 2 0 0 0,-3-2 0 0 0,-1-1 0 0 0,-3-2 0 0 0,0-1 0 0 0,-1-2 0 0 0,0-2 0 0 0,-2-2 0 0 0,-1-3 0 0 0,0-3 0 0 0,-1-2 0 0 0,1-2 0 0 0,0-1 0 0 0,1-1 0 0 0,0 0 0 0 0,2-1 0 0 0,2-2 0 0 0,2 0 0 0 0,1-1 0 0 0,3 0 0 0 0,0 0 0 0 0,0-1 0 0 0,0 0 0 0 0,-1-1 0 0 0,0 0 0 0 0,-1 0 0 0 0,0 0 0 0 0,0 0 0 0 0,-1 0 0 0 0,1 0 0 0 0,-1 0 0 0 0,1 0 0 0 0,1 0 0 0 0,1 0 0 0 0,-1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e340856c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e340856c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21" Type="http://schemas.openxmlformats.org/officeDocument/2006/relationships/customXml" Target="../ink/ink9.xml"/><Relationship Id="rId42" Type="http://schemas.openxmlformats.org/officeDocument/2006/relationships/image" Target="../media/image29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42.png"/><Relationship Id="rId84" Type="http://schemas.openxmlformats.org/officeDocument/2006/relationships/image" Target="../media/image50.png"/><Relationship Id="rId16" Type="http://schemas.openxmlformats.org/officeDocument/2006/relationships/image" Target="../media/image16.png"/><Relationship Id="rId11" Type="http://schemas.openxmlformats.org/officeDocument/2006/relationships/customXml" Target="../ink/ink4.xml"/><Relationship Id="rId32" Type="http://schemas.openxmlformats.org/officeDocument/2006/relationships/image" Target="../media/image24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7.png"/><Relationship Id="rId74" Type="http://schemas.openxmlformats.org/officeDocument/2006/relationships/image" Target="../media/image45.png"/><Relationship Id="rId79" Type="http://schemas.openxmlformats.org/officeDocument/2006/relationships/customXml" Target="../ink/ink38.xml"/><Relationship Id="rId5" Type="http://schemas.openxmlformats.org/officeDocument/2006/relationships/customXml" Target="../ink/ink1.xml"/><Relationship Id="rId19" Type="http://schemas.openxmlformats.org/officeDocument/2006/relationships/customXml" Target="../ink/ink8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Relationship Id="rId27" Type="http://schemas.openxmlformats.org/officeDocument/2006/relationships/customXml" Target="../ink/ink12.xml"/><Relationship Id="rId30" Type="http://schemas.openxmlformats.org/officeDocument/2006/relationships/image" Target="../media/image23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32.png"/><Relationship Id="rId56" Type="http://schemas.openxmlformats.org/officeDocument/2006/relationships/image" Target="../media/image36.png"/><Relationship Id="rId64" Type="http://schemas.openxmlformats.org/officeDocument/2006/relationships/image" Target="../media/image40.png"/><Relationship Id="rId69" Type="http://schemas.openxmlformats.org/officeDocument/2006/relationships/customXml" Target="../ink/ink33.xml"/><Relationship Id="rId77" Type="http://schemas.openxmlformats.org/officeDocument/2006/relationships/customXml" Target="../ink/ink37.xml"/><Relationship Id="rId8" Type="http://schemas.openxmlformats.org/officeDocument/2006/relationships/image" Target="../media/image12.png"/><Relationship Id="rId51" Type="http://schemas.openxmlformats.org/officeDocument/2006/relationships/customXml" Target="../ink/ink24.xml"/><Relationship Id="rId72" Type="http://schemas.openxmlformats.org/officeDocument/2006/relationships/image" Target="../media/image44.png"/><Relationship Id="rId80" Type="http://schemas.openxmlformats.org/officeDocument/2006/relationships/image" Target="../media/image48.png"/><Relationship Id="rId85" Type="http://schemas.openxmlformats.org/officeDocument/2006/relationships/customXml" Target="../ink/ink41.xml"/><Relationship Id="rId3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7.png"/><Relationship Id="rId46" Type="http://schemas.openxmlformats.org/officeDocument/2006/relationships/image" Target="../media/image31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18.png"/><Relationship Id="rId41" Type="http://schemas.openxmlformats.org/officeDocument/2006/relationships/customXml" Target="../ink/ink19.xml"/><Relationship Id="rId54" Type="http://schemas.openxmlformats.org/officeDocument/2006/relationships/image" Target="../media/image35.png"/><Relationship Id="rId62" Type="http://schemas.openxmlformats.org/officeDocument/2006/relationships/image" Target="../media/image39.png"/><Relationship Id="rId70" Type="http://schemas.openxmlformats.org/officeDocument/2006/relationships/image" Target="../media/image43.png"/><Relationship Id="rId75" Type="http://schemas.openxmlformats.org/officeDocument/2006/relationships/customXml" Target="../ink/ink36.xml"/><Relationship Id="rId83" Type="http://schemas.openxmlformats.org/officeDocument/2006/relationships/customXml" Target="../ink/ink40.xml"/><Relationship Id="rId88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13.png"/><Relationship Id="rId31" Type="http://schemas.openxmlformats.org/officeDocument/2006/relationships/customXml" Target="../ink/ink14.xml"/><Relationship Id="rId44" Type="http://schemas.openxmlformats.org/officeDocument/2006/relationships/image" Target="../media/image30.png"/><Relationship Id="rId52" Type="http://schemas.openxmlformats.org/officeDocument/2006/relationships/image" Target="../media/image34.png"/><Relationship Id="rId60" Type="http://schemas.openxmlformats.org/officeDocument/2006/relationships/image" Target="../media/image38.png"/><Relationship Id="rId65" Type="http://schemas.openxmlformats.org/officeDocument/2006/relationships/customXml" Target="../ink/ink31.xml"/><Relationship Id="rId73" Type="http://schemas.openxmlformats.org/officeDocument/2006/relationships/customXml" Target="../ink/ink35.xml"/><Relationship Id="rId78" Type="http://schemas.openxmlformats.org/officeDocument/2006/relationships/image" Target="../media/image47.png"/><Relationship Id="rId81" Type="http://schemas.openxmlformats.org/officeDocument/2006/relationships/customXml" Target="../ink/ink39.xml"/><Relationship Id="rId86" Type="http://schemas.openxmlformats.org/officeDocument/2006/relationships/image" Target="../media/image51.png"/><Relationship Id="rId4" Type="http://schemas.openxmlformats.org/officeDocument/2006/relationships/image" Target="../media/image10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7.png"/><Relationship Id="rId39" Type="http://schemas.openxmlformats.org/officeDocument/2006/relationships/customXml" Target="../ink/ink18.xml"/><Relationship Id="rId34" Type="http://schemas.openxmlformats.org/officeDocument/2006/relationships/image" Target="../media/image25.png"/><Relationship Id="rId50" Type="http://schemas.openxmlformats.org/officeDocument/2006/relationships/image" Target="../media/image33.png"/><Relationship Id="rId55" Type="http://schemas.openxmlformats.org/officeDocument/2006/relationships/customXml" Target="../ink/ink26.xml"/><Relationship Id="rId76" Type="http://schemas.openxmlformats.org/officeDocument/2006/relationships/image" Target="../media/image46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image" Target="../media/image8.png"/><Relationship Id="rId29" Type="http://schemas.openxmlformats.org/officeDocument/2006/relationships/customXml" Target="../ink/ink13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1.xml"/><Relationship Id="rId66" Type="http://schemas.openxmlformats.org/officeDocument/2006/relationships/image" Target="../media/image41.png"/><Relationship Id="rId87" Type="http://schemas.openxmlformats.org/officeDocument/2006/relationships/customXml" Target="../ink/ink42.xml"/><Relationship Id="rId61" Type="http://schemas.openxmlformats.org/officeDocument/2006/relationships/customXml" Target="../ink/ink29.xml"/><Relationship Id="rId82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6915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World Image Semantic Segmentation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500" y="311275"/>
            <a:ext cx="4458301" cy="176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025" y="2477950"/>
            <a:ext cx="1938851" cy="10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4148" y="3140125"/>
            <a:ext cx="2225875" cy="2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0475" y="3967325"/>
            <a:ext cx="2573525" cy="3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775550" y="2940200"/>
            <a:ext cx="3691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305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5"/>
              <a:buChar char="●"/>
            </a:pPr>
            <a:r>
              <a:rPr lang="en" sz="1014"/>
              <a:t>Introduction to </a:t>
            </a:r>
            <a:r>
              <a:rPr lang="en" sz="1014" b="1"/>
              <a:t>CLIP</a:t>
            </a:r>
            <a:r>
              <a:rPr lang="en" sz="1014"/>
              <a:t> (Contrastive Language-Image Pre-training)</a:t>
            </a:r>
            <a:endParaRPr sz="1014"/>
          </a:p>
          <a:p>
            <a:pPr marL="457200" lvl="0" indent="-29305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5"/>
              <a:buChar char="●"/>
            </a:pPr>
            <a:r>
              <a:rPr lang="en" sz="1014"/>
              <a:t>Aligns the CLS token of image and text encoder via InfoNCE</a:t>
            </a:r>
            <a:endParaRPr sz="1014"/>
          </a:p>
          <a:p>
            <a:pPr marL="457200" lvl="0" indent="-29305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5"/>
              <a:buChar char="●"/>
            </a:pPr>
            <a:r>
              <a:rPr lang="en" sz="1014"/>
              <a:t>Zero-shot image classification</a:t>
            </a:r>
            <a:endParaRPr sz="1014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014"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2300" y="2630349"/>
            <a:ext cx="2511699" cy="1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33836" y="2874225"/>
            <a:ext cx="2308625" cy="2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B98B-E8CF-83ED-FE0E-988929E1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Attentive Mask CLIP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22734-DDF3-A7EB-28E0-BAE45ED7C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A-CLIP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7FA7C-F413-C1A8-DC8D-49EA1F33BB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74225" y="1319008"/>
            <a:ext cx="3845047" cy="16051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Main idea: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Drop irrelevant tokens!!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Drop almost &gt;= 50%</a:t>
            </a:r>
          </a:p>
          <a:p>
            <a:pPr>
              <a:lnSpc>
                <a:spcPct val="114999"/>
              </a:lnSpc>
            </a:pPr>
            <a:r>
              <a:rPr lang="en-US" dirty="0"/>
              <a:t>Random dropping degrades performance though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Masked Image Modeling (MIM) works with random dropping but not CLIP, why?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5" name="Picture 4" descr="A collage of different images of a statue&#10;&#10;Description automatically generated">
            <a:extLst>
              <a:ext uri="{FF2B5EF4-FFF2-40B4-BE49-F238E27FC236}">
                <a16:creationId xmlns:a16="http://schemas.microsoft.com/office/drawing/2014/main" id="{68C7E9C6-BA33-58DD-D99A-4D323886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006" y="3194517"/>
            <a:ext cx="4543986" cy="144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6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3C73-0EF7-5551-552E-B64EC2E2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Attentive Mask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7CEC052-1119-F8F1-7456-A5F8A851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24" y="1857375"/>
            <a:ext cx="3581400" cy="571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9AF206-BF7C-D441-B377-A1419A05E567}"/>
              </a:ext>
            </a:extLst>
          </p:cNvPr>
          <p:cNvSpPr txBox="1"/>
          <p:nvPr/>
        </p:nvSpPr>
        <p:spPr>
          <a:xfrm>
            <a:off x="249997" y="2571883"/>
            <a:ext cx="45417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200" dirty="0"/>
              <a:t>Low strategy – discard low </a:t>
            </a:r>
            <a:r>
              <a:rPr lang="en-US" sz="1200" err="1"/>
              <a:t>s_p</a:t>
            </a:r>
            <a:r>
              <a:rPr lang="en-US" sz="1200" dirty="0"/>
              <a:t> score, high strategy: discord high </a:t>
            </a:r>
            <a:r>
              <a:rPr lang="en-US" sz="1200" err="1"/>
              <a:t>s_p</a:t>
            </a:r>
            <a:r>
              <a:rPr lang="en-US" sz="1200" dirty="0"/>
              <a:t> scores, mixture strategy</a:t>
            </a:r>
          </a:p>
          <a:p>
            <a:pPr marL="285750" indent="-285750">
              <a:buChar char="•"/>
            </a:pPr>
            <a:r>
              <a:rPr lang="en-US" sz="1200" dirty="0"/>
              <a:t>EMA for attention score computation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dirty="0"/>
              <a:t>A-CLIP-eff: half-res for speed as it does not need to be very accurate</a:t>
            </a:r>
          </a:p>
          <a:p>
            <a:pPr marL="285750" indent="-285750">
              <a:buChar char="•"/>
            </a:pPr>
            <a:r>
              <a:rPr lang="en-US" sz="1200" dirty="0"/>
              <a:t>Shared EMA scored map for multiple views, efficiency</a:t>
            </a:r>
          </a:p>
          <a:p>
            <a:pPr marL="285750" indent="-285750">
              <a:buChar char="•"/>
            </a:pPr>
            <a:r>
              <a:rPr lang="en-US" sz="1200" dirty="0"/>
              <a:t>Multiple masked views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dirty="0"/>
              <a:t>Auxiliary contrastive learning</a:t>
            </a:r>
          </a:p>
          <a:p>
            <a:pPr marL="1200150" lvl="2" indent="-285750">
              <a:buFont typeface="Wingdings"/>
              <a:buChar char="§"/>
            </a:pPr>
            <a:r>
              <a:rPr lang="en-US" sz="1200" dirty="0"/>
              <a:t>Between a masked view and EMA feature (BYOL)</a:t>
            </a:r>
          </a:p>
          <a:p>
            <a:pPr marL="1200150" lvl="2" indent="-285750">
              <a:buFont typeface="Wingdings"/>
              <a:buChar char="§"/>
            </a:pPr>
            <a:r>
              <a:rPr lang="en-US" sz="1200" dirty="0"/>
              <a:t>Between masked views (SIMCLR)</a:t>
            </a:r>
          </a:p>
          <a:p>
            <a:pPr marL="742950" lvl="1" indent="-285750">
              <a:buFont typeface="Courier New"/>
              <a:buChar char="o"/>
            </a:pPr>
            <a:endParaRPr lang="en-US" sz="1200" dirty="0"/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9E3C626-67A1-7FA9-0EE3-14BCCB5A1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25" y="1215028"/>
            <a:ext cx="3740892" cy="1132433"/>
          </a:xfrm>
          <a:prstGeom prst="rect">
            <a:avLst/>
          </a:prstGeom>
        </p:spPr>
      </p:pic>
      <p:pic>
        <p:nvPicPr>
          <p:cNvPr id="6" name="Picture 5" descr="A diagram of a small aircraft&#10;&#10;Description automatically generated">
            <a:extLst>
              <a:ext uri="{FF2B5EF4-FFF2-40B4-BE49-F238E27FC236}">
                <a16:creationId xmlns:a16="http://schemas.microsoft.com/office/drawing/2014/main" id="{14F4ACBB-0A0A-8D94-2627-BC19A1BE3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560" y="2142851"/>
            <a:ext cx="2936064" cy="30425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FC0DF0-A613-B6D1-F73D-9E1980CD192E}"/>
                  </a:ext>
                </a:extLst>
              </p14:cNvPr>
              <p14:cNvContentPartPr/>
              <p14:nvPr/>
            </p14:nvContentPartPr>
            <p14:xfrm>
              <a:off x="3078271" y="1811036"/>
              <a:ext cx="428875" cy="34915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FC0DF0-A613-B6D1-F73D-9E1980CD19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0281" y="1793057"/>
                <a:ext cx="464495" cy="384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BBB90E-A863-867C-8FF3-8430D2C5301E}"/>
                  </a:ext>
                </a:extLst>
              </p14:cNvPr>
              <p14:cNvContentPartPr/>
              <p14:nvPr/>
            </p14:nvContentPartPr>
            <p14:xfrm>
              <a:off x="3206154" y="1015155"/>
              <a:ext cx="366368" cy="69708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BBB90E-A863-867C-8FF3-8430D2C530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88177" y="997521"/>
                <a:ext cx="401962" cy="73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619707-04C1-966F-C434-9CE365B13295}"/>
                  </a:ext>
                </a:extLst>
              </p14:cNvPr>
              <p14:cNvContentPartPr/>
              <p14:nvPr/>
            </p14:nvContentPartPr>
            <p14:xfrm>
              <a:off x="3501228" y="892185"/>
              <a:ext cx="513120" cy="2521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619707-04C1-966F-C434-9CE365B132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83236" y="874201"/>
                <a:ext cx="548743" cy="287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9D00C8-2C0A-20C6-8A9E-78D609CA2D4F}"/>
                  </a:ext>
                </a:extLst>
              </p14:cNvPr>
              <p14:cNvContentPartPr/>
              <p14:nvPr/>
            </p14:nvContentPartPr>
            <p14:xfrm>
              <a:off x="4068596" y="776808"/>
              <a:ext cx="291515" cy="2343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9D00C8-2C0A-20C6-8A9E-78D609CA2D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50983" y="758840"/>
                <a:ext cx="327101" cy="269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720584D-70F5-0FBD-E967-F4B373115F9B}"/>
                  </a:ext>
                </a:extLst>
              </p14:cNvPr>
              <p14:cNvContentPartPr/>
              <p14:nvPr/>
            </p14:nvContentPartPr>
            <p14:xfrm>
              <a:off x="3891759" y="779554"/>
              <a:ext cx="989070" cy="50066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720584D-70F5-0FBD-E967-F4B373115F9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73763" y="761930"/>
                <a:ext cx="1024702" cy="536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5E1CB9-52A4-E499-5460-139C9EC1AD7D}"/>
                  </a:ext>
                </a:extLst>
              </p14:cNvPr>
              <p14:cNvContentPartPr/>
              <p14:nvPr/>
            </p14:nvContentPartPr>
            <p14:xfrm>
              <a:off x="4801513" y="859328"/>
              <a:ext cx="101776" cy="34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5E1CB9-52A4-E499-5460-139C9EC1AD7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83595" y="841514"/>
                <a:ext cx="137254" cy="69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C88DD2-D1F5-5C08-A555-215F73C8C222}"/>
                  </a:ext>
                </a:extLst>
              </p14:cNvPr>
              <p14:cNvContentPartPr/>
              <p14:nvPr/>
            </p14:nvContentPartPr>
            <p14:xfrm>
              <a:off x="4976289" y="726167"/>
              <a:ext cx="8725" cy="872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C88DD2-D1F5-5C08-A555-215F73C8C2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40039" y="298642"/>
                <a:ext cx="872500" cy="87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93D6F8-F779-7DF5-21A0-7B741E0F3567}"/>
                  </a:ext>
                </a:extLst>
              </p14:cNvPr>
              <p14:cNvContentPartPr/>
              <p14:nvPr/>
            </p14:nvContentPartPr>
            <p14:xfrm>
              <a:off x="5014121" y="834183"/>
              <a:ext cx="416123" cy="14906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793D6F8-F779-7DF5-21A0-7B741E0F356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96498" y="816224"/>
                <a:ext cx="451729" cy="184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E03E591-F1F4-DEEE-6000-581E974FE6F1}"/>
                  </a:ext>
                </a:extLst>
              </p14:cNvPr>
              <p14:cNvContentPartPr/>
              <p14:nvPr/>
            </p14:nvContentPartPr>
            <p14:xfrm>
              <a:off x="5549732" y="791843"/>
              <a:ext cx="155880" cy="66872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E03E591-F1F4-DEEE-6000-581E974FE6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32133" y="774320"/>
                <a:ext cx="191438" cy="10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26D4CA5-93BF-9FCA-7EC8-587B1C508CDB}"/>
                  </a:ext>
                </a:extLst>
              </p14:cNvPr>
              <p14:cNvContentPartPr/>
              <p14:nvPr/>
            </p14:nvContentPartPr>
            <p14:xfrm>
              <a:off x="5618784" y="711307"/>
              <a:ext cx="78116" cy="26580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26D4CA5-93BF-9FCA-7EC8-587B1C508CD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00867" y="693682"/>
                <a:ext cx="113591" cy="301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B3BC49-1EBC-51E9-5D03-6D95BEE18462}"/>
                  </a:ext>
                </a:extLst>
              </p14:cNvPr>
              <p14:cNvContentPartPr/>
              <p14:nvPr/>
            </p14:nvContentPartPr>
            <p14:xfrm>
              <a:off x="5768103" y="777794"/>
              <a:ext cx="91199" cy="153445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B3BC49-1EBC-51E9-5D03-6D95BEE1846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50150" y="759826"/>
                <a:ext cx="126745" cy="189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873183F-1C32-2851-6C92-9D1BB5030467}"/>
                  </a:ext>
                </a:extLst>
              </p14:cNvPr>
              <p14:cNvContentPartPr/>
              <p14:nvPr/>
            </p14:nvContentPartPr>
            <p14:xfrm>
              <a:off x="6013428" y="648084"/>
              <a:ext cx="56139" cy="210616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873183F-1C32-2851-6C92-9D1BB50304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95549" y="630473"/>
                <a:ext cx="91539" cy="246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29194BB-21AF-2876-CF7B-4C7CCDB27B59}"/>
                  </a:ext>
                </a:extLst>
              </p14:cNvPr>
              <p14:cNvContentPartPr/>
              <p14:nvPr/>
            </p14:nvContentPartPr>
            <p14:xfrm>
              <a:off x="5995739" y="513686"/>
              <a:ext cx="648551" cy="400676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29194BB-21AF-2876-CF7B-4C7CCDB27B5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77754" y="495702"/>
                <a:ext cx="684162" cy="436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56741E-F364-642D-1D82-5A4C637FCDC4}"/>
                  </a:ext>
                </a:extLst>
              </p14:cNvPr>
              <p14:cNvContentPartPr/>
              <p14:nvPr/>
            </p14:nvContentPartPr>
            <p14:xfrm>
              <a:off x="3964300" y="2130417"/>
              <a:ext cx="187697" cy="469689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56741E-F364-642D-1D82-5A4C637FCDC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946321" y="2112795"/>
                <a:ext cx="223295" cy="50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6A21A5-897F-B9B6-D306-6FA37749BFAB}"/>
                  </a:ext>
                </a:extLst>
              </p14:cNvPr>
              <p14:cNvContentPartPr/>
              <p14:nvPr/>
            </p14:nvContentPartPr>
            <p14:xfrm>
              <a:off x="4139080" y="2557620"/>
              <a:ext cx="117572" cy="200659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F6A21A5-897F-B9B6-D306-6FA37749BFA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21157" y="2539640"/>
                <a:ext cx="153059" cy="236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941E87D-17AA-8B8E-FF33-8BA0361288EF}"/>
                  </a:ext>
                </a:extLst>
              </p14:cNvPr>
              <p14:cNvContentPartPr/>
              <p14:nvPr/>
            </p14:nvContentPartPr>
            <p14:xfrm>
              <a:off x="4243683" y="2617617"/>
              <a:ext cx="70427" cy="110332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941E87D-17AA-8B8E-FF33-8BA0361288E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25808" y="2599648"/>
                <a:ext cx="105819" cy="145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3E04BE2-95C9-83A2-6D05-444FDC2F34ED}"/>
                  </a:ext>
                </a:extLst>
              </p14:cNvPr>
              <p14:cNvContentPartPr/>
              <p14:nvPr/>
            </p14:nvContentPartPr>
            <p14:xfrm>
              <a:off x="4338566" y="2515717"/>
              <a:ext cx="69607" cy="314837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3E04BE2-95C9-83A2-6D05-444FDC2F34E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20626" y="2497747"/>
                <a:ext cx="105128" cy="350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BD0307A-7E55-B976-706E-B3800110E5E0}"/>
                  </a:ext>
                </a:extLst>
              </p14:cNvPr>
              <p14:cNvContentPartPr/>
              <p14:nvPr/>
            </p14:nvContentPartPr>
            <p14:xfrm>
              <a:off x="4374878" y="2540219"/>
              <a:ext cx="459405" cy="205225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BD0307A-7E55-B976-706E-B3800110E5E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356890" y="2522608"/>
                <a:ext cx="495021" cy="240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AF83643-6995-C43A-E81D-82F926DD3828}"/>
                  </a:ext>
                </a:extLst>
              </p14:cNvPr>
              <p14:cNvContentPartPr/>
              <p14:nvPr/>
            </p14:nvContentPartPr>
            <p14:xfrm>
              <a:off x="936560" y="2202974"/>
              <a:ext cx="4775934" cy="2156819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AF83643-6995-C43A-E81D-82F926DD382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18921" y="2185336"/>
                <a:ext cx="4811573" cy="2192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45185B6-83FD-988B-E9CC-2AA55E1BDA69}"/>
                  </a:ext>
                </a:extLst>
              </p14:cNvPr>
              <p14:cNvContentPartPr/>
              <p14:nvPr/>
            </p14:nvContentPartPr>
            <p14:xfrm>
              <a:off x="5430510" y="4258320"/>
              <a:ext cx="365481" cy="176701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45185B6-83FD-988B-E9CC-2AA55E1BDA6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412524" y="4240722"/>
                <a:ext cx="401094" cy="212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B1C7C7-7138-C743-7D8D-A482456B8ABC}"/>
                  </a:ext>
                </a:extLst>
              </p14:cNvPr>
              <p14:cNvContentPartPr/>
              <p14:nvPr/>
            </p14:nvContentPartPr>
            <p14:xfrm>
              <a:off x="4352438" y="3172390"/>
              <a:ext cx="8725" cy="7517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B1C7C7-7138-C743-7D8D-A482456B8AB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326776" y="3154850"/>
                <a:ext cx="59535" cy="110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2C8521E-4B86-B52D-731F-E06F5E8AE51C}"/>
                  </a:ext>
                </a:extLst>
              </p14:cNvPr>
              <p14:cNvContentPartPr/>
              <p14:nvPr/>
            </p14:nvContentPartPr>
            <p14:xfrm>
              <a:off x="4397905" y="3146332"/>
              <a:ext cx="157920" cy="69245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2C8521E-4B86-B52D-731F-E06F5E8AE51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379960" y="3128752"/>
                <a:ext cx="193452" cy="10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0C46A93-F840-4819-A1DB-C0025914845F}"/>
                  </a:ext>
                </a:extLst>
              </p14:cNvPr>
              <p14:cNvContentPartPr/>
              <p14:nvPr/>
            </p14:nvContentPartPr>
            <p14:xfrm>
              <a:off x="4571283" y="3099964"/>
              <a:ext cx="40521" cy="196809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0C46A93-F840-4819-A1DB-C0025914845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553866" y="3082366"/>
                <a:ext cx="75710" cy="232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D34DDDC-B779-74B1-FE9E-F46763B6DFCA}"/>
                  </a:ext>
                </a:extLst>
              </p14:cNvPr>
              <p14:cNvContentPartPr/>
              <p14:nvPr/>
            </p14:nvContentPartPr>
            <p14:xfrm>
              <a:off x="4598652" y="3122595"/>
              <a:ext cx="41900" cy="103435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D34DDDC-B779-74B1-FE9E-F46763B6DFC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81104" y="3104997"/>
                <a:ext cx="77354" cy="138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4F8431F-FA78-569E-0BC5-CFB9A9CD143D}"/>
                  </a:ext>
                </a:extLst>
              </p14:cNvPr>
              <p14:cNvContentPartPr/>
              <p14:nvPr/>
            </p14:nvContentPartPr>
            <p14:xfrm>
              <a:off x="4688392" y="3077348"/>
              <a:ext cx="112797" cy="85055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4F8431F-FA78-569E-0BC5-CFB9A9CD14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70790" y="3059404"/>
                <a:ext cx="148360" cy="120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C73D58C-671A-6FA9-7D49-9B958A543478}"/>
                  </a:ext>
                </a:extLst>
              </p14:cNvPr>
              <p14:cNvContentPartPr/>
              <p14:nvPr/>
            </p14:nvContentPartPr>
            <p14:xfrm>
              <a:off x="4838220" y="3055247"/>
              <a:ext cx="51017" cy="103329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C73D58C-671A-6FA9-7D49-9B958A54347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20382" y="3037308"/>
                <a:ext cx="86336" cy="138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C43BD08-4D77-7970-6436-163C074AF37B}"/>
                  </a:ext>
                </a:extLst>
              </p14:cNvPr>
              <p14:cNvContentPartPr/>
              <p14:nvPr/>
            </p14:nvContentPartPr>
            <p14:xfrm>
              <a:off x="4900046" y="3093349"/>
              <a:ext cx="93869" cy="1125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C43BD08-4D77-7970-6436-163C074AF37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882490" y="3076122"/>
                <a:ext cx="129339" cy="46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545E59B-FA39-8698-7C57-F9ECF42A6C8D}"/>
                  </a:ext>
                </a:extLst>
              </p14:cNvPr>
              <p14:cNvContentPartPr/>
              <p14:nvPr/>
            </p14:nvContentPartPr>
            <p14:xfrm>
              <a:off x="4932902" y="2964145"/>
              <a:ext cx="37270" cy="223938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545E59B-FA39-8698-7C57-F9ECF42A6C8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915154" y="2946172"/>
                <a:ext cx="72410" cy="259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FF640C8-94C2-0C9B-F8BC-3B55C6AAB73E}"/>
                  </a:ext>
                </a:extLst>
              </p14:cNvPr>
              <p14:cNvContentPartPr/>
              <p14:nvPr/>
            </p14:nvContentPartPr>
            <p14:xfrm>
              <a:off x="5014264" y="3092500"/>
              <a:ext cx="85996" cy="97832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FF640C8-94C2-0C9B-F8BC-3B55C6AAB73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996348" y="3074582"/>
                <a:ext cx="121469" cy="133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055A5FD-5FB6-885D-57FC-08E8B0DF1CE0}"/>
                  </a:ext>
                </a:extLst>
              </p14:cNvPr>
              <p14:cNvContentPartPr/>
              <p14:nvPr/>
            </p14:nvContentPartPr>
            <p14:xfrm>
              <a:off x="5139784" y="3003496"/>
              <a:ext cx="70197" cy="115677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055A5FD-5FB6-885D-57FC-08E8B0DF1CE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122235" y="2985534"/>
                <a:ext cx="105654" cy="151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2C03A13-86E0-5734-63FE-7F4EF3F2D3EA}"/>
                  </a:ext>
                </a:extLst>
              </p14:cNvPr>
              <p14:cNvContentPartPr/>
              <p14:nvPr/>
            </p14:nvContentPartPr>
            <p14:xfrm>
              <a:off x="5249277" y="2985173"/>
              <a:ext cx="74041" cy="140925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2C03A13-86E0-5734-63FE-7F4EF3F2D3E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231750" y="2967557"/>
                <a:ext cx="109452" cy="176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5247E62-CCF0-E318-0FB7-DD143F44F7ED}"/>
                  </a:ext>
                </a:extLst>
              </p14:cNvPr>
              <p14:cNvContentPartPr/>
              <p14:nvPr/>
            </p14:nvContentPartPr>
            <p14:xfrm>
              <a:off x="5318112" y="2979893"/>
              <a:ext cx="97464" cy="132777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5247E62-CCF0-E318-0FB7-DD143F44F7E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300554" y="2962309"/>
                <a:ext cx="132938" cy="1683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EC0F54F-0AB8-E108-3F20-0FA29B2889EF}"/>
                  </a:ext>
                </a:extLst>
              </p14:cNvPr>
              <p14:cNvContentPartPr/>
              <p14:nvPr/>
            </p14:nvContentPartPr>
            <p14:xfrm>
              <a:off x="4735017" y="3366942"/>
              <a:ext cx="75511" cy="73352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EC0F54F-0AB8-E108-3F20-0FA29B2889E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17123" y="3349409"/>
                <a:ext cx="110940" cy="108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CAC666D-E342-45A6-9E27-667D0909AA8D}"/>
                  </a:ext>
                </a:extLst>
              </p14:cNvPr>
              <p14:cNvContentPartPr/>
              <p14:nvPr/>
            </p14:nvContentPartPr>
            <p14:xfrm>
              <a:off x="4839999" y="3244969"/>
              <a:ext cx="92629" cy="257214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CAC666D-E342-45A6-9E27-667D0909AA8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22407" y="3227342"/>
                <a:ext cx="128173" cy="292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D9CE1A7-2F9E-F5AB-649B-BE4EB689CD54}"/>
                  </a:ext>
                </a:extLst>
              </p14:cNvPr>
              <p14:cNvContentPartPr/>
              <p14:nvPr/>
            </p14:nvContentPartPr>
            <p14:xfrm>
              <a:off x="4835800" y="3402790"/>
              <a:ext cx="95252" cy="8725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D9CE1A7-2F9E-F5AB-649B-BE4EB689CD5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818254" y="3384613"/>
                <a:ext cx="130703" cy="44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758B214-1842-1C7F-840A-BDA1206E73F9}"/>
                  </a:ext>
                </a:extLst>
              </p14:cNvPr>
              <p14:cNvContentPartPr/>
              <p14:nvPr/>
            </p14:nvContentPartPr>
            <p14:xfrm>
              <a:off x="4767226" y="3570466"/>
              <a:ext cx="52932" cy="872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758B214-1842-1C7F-840A-BDA1206E73F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749344" y="3522963"/>
                <a:ext cx="88339" cy="104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22E8674-E183-0529-9380-3B6F1E978D8D}"/>
                  </a:ext>
                </a:extLst>
              </p14:cNvPr>
              <p14:cNvContentPartPr/>
              <p14:nvPr/>
            </p14:nvContentPartPr>
            <p14:xfrm>
              <a:off x="4772475" y="3482987"/>
              <a:ext cx="42286" cy="284911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22E8674-E183-0529-9380-3B6F1E978D8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754916" y="3465000"/>
                <a:ext cx="77763" cy="320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B22D18C-0F1F-7D7D-58BC-261487A580B1}"/>
                  </a:ext>
                </a:extLst>
              </p14:cNvPr>
              <p14:cNvContentPartPr/>
              <p14:nvPr/>
            </p14:nvContentPartPr>
            <p14:xfrm>
              <a:off x="4877238" y="3613265"/>
              <a:ext cx="78523" cy="106677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B22D18C-0F1F-7D7D-58BC-261487A580B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859669" y="3595306"/>
                <a:ext cx="114020" cy="142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C684357-4009-0884-7267-A0C956B23D71}"/>
                  </a:ext>
                </a:extLst>
              </p14:cNvPr>
              <p14:cNvContentPartPr/>
              <p14:nvPr/>
            </p14:nvContentPartPr>
            <p14:xfrm>
              <a:off x="4966201" y="3530089"/>
              <a:ext cx="10159" cy="145327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C684357-4009-0884-7267-A0C956B23D7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948685" y="3512147"/>
                <a:ext cx="44840" cy="18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8CC2F3-BD2B-C620-8C64-D4966BC16824}"/>
                  </a:ext>
                </a:extLst>
              </p14:cNvPr>
              <p14:cNvContentPartPr/>
              <p14:nvPr/>
            </p14:nvContentPartPr>
            <p14:xfrm>
              <a:off x="4988912" y="3529850"/>
              <a:ext cx="94472" cy="112937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8CC2F3-BD2B-C620-8C64-D4966BC1682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970952" y="3512282"/>
                <a:ext cx="130034" cy="148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1550385-6EC4-9D29-638F-D11C7739D9FC}"/>
                  </a:ext>
                </a:extLst>
              </p14:cNvPr>
              <p14:cNvContentPartPr/>
              <p14:nvPr/>
            </p14:nvContentPartPr>
            <p14:xfrm>
              <a:off x="5107243" y="3505551"/>
              <a:ext cx="84780" cy="123956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1550385-6EC4-9D29-638F-D11C7739D9F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089357" y="3487946"/>
                <a:ext cx="120194" cy="159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C8ECCFD-04DF-E044-99CB-D264CDE46067}"/>
                  </a:ext>
                </a:extLst>
              </p14:cNvPr>
              <p14:cNvContentPartPr/>
              <p14:nvPr/>
            </p14:nvContentPartPr>
            <p14:xfrm>
              <a:off x="5235117" y="3364050"/>
              <a:ext cx="146748" cy="208764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C8ECCFD-04DF-E044-99CB-D264CDE4606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217536" y="3346443"/>
                <a:ext cx="182269" cy="2443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242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A6D7-4106-8132-C7C8-A30934D8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Loss based CLIP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1B651AF-0CBF-8DF3-9FFA-0B7EC57FE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SGLIP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CA79D-418F-61F1-C783-A5D418BC67B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Recall:</a:t>
            </a:r>
          </a:p>
        </p:txBody>
      </p:sp>
      <p:pic>
        <p:nvPicPr>
          <p:cNvPr id="6" name="Google Shape;88;p13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B6F4468E-1430-F57D-C179-A3A767E2F3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31739" y="1933664"/>
            <a:ext cx="3626136" cy="18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58CCC65-4459-6D92-4872-A10AD46EC8DD}"/>
              </a:ext>
            </a:extLst>
          </p:cNvPr>
          <p:cNvSpPr/>
          <p:nvPr/>
        </p:nvSpPr>
        <p:spPr>
          <a:xfrm rot="-2160000">
            <a:off x="6404428" y="3746500"/>
            <a:ext cx="671285" cy="3447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F02DD-6425-B75F-BEE6-E8FE0216436B}"/>
              </a:ext>
            </a:extLst>
          </p:cNvPr>
          <p:cNvSpPr txBox="1"/>
          <p:nvPr/>
        </p:nvSpPr>
        <p:spPr>
          <a:xfrm>
            <a:off x="5618184" y="4115846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Inefficient and prevents large batch size (usually 32768, N positive pairs, </a:t>
            </a:r>
            <a:r>
              <a:rPr lang="en-US" dirty="0" err="1"/>
              <a:t>NxN</a:t>
            </a:r>
            <a:r>
              <a:rPr lang="en-US" dirty="0"/>
              <a:t> – N negative pairs)</a:t>
            </a:r>
          </a:p>
        </p:txBody>
      </p:sp>
    </p:spTree>
    <p:extLst>
      <p:ext uri="{BB962C8B-B14F-4D97-AF65-F5344CB8AC3E}">
        <p14:creationId xmlns:p14="http://schemas.microsoft.com/office/powerpoint/2010/main" val="357010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CA69-407B-7100-90F2-821AC1F9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SGLIP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40C25-3B93-09A1-C0EC-E48D6F91E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450" y="1736875"/>
            <a:ext cx="2720700" cy="28101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Instead of global normalization as in CLIP, separate pair processing</a:t>
            </a:r>
          </a:p>
          <a:p>
            <a:pPr>
              <a:lnSpc>
                <a:spcPct val="114999"/>
              </a:lnSpc>
            </a:pPr>
            <a:r>
              <a:rPr lang="en-US" dirty="0"/>
              <a:t>A lot of negative pairs causing a lot of imbalance during optimization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Massive over-correction in the training results</a:t>
            </a:r>
          </a:p>
          <a:p>
            <a:pPr>
              <a:lnSpc>
                <a:spcPct val="114999"/>
              </a:lnSpc>
            </a:pPr>
            <a:r>
              <a:rPr lang="en-US" dirty="0"/>
              <a:t>Added a bias term and temperature</a:t>
            </a:r>
          </a:p>
          <a:p>
            <a:pPr>
              <a:lnSpc>
                <a:spcPct val="114999"/>
              </a:lnSpc>
            </a:pPr>
            <a:r>
              <a:rPr lang="en-US" dirty="0"/>
              <a:t>Z_{</a:t>
            </a:r>
            <a:r>
              <a:rPr lang="en-US" dirty="0" err="1"/>
              <a:t>ij</a:t>
            </a:r>
            <a:r>
              <a:rPr lang="en-US" dirty="0"/>
              <a:t>} is the label (1 for positive pair and –1 otherwise)</a:t>
            </a:r>
          </a:p>
          <a:p>
            <a:pPr>
              <a:lnSpc>
                <a:spcPct val="114999"/>
              </a:lnSpc>
            </a:pPr>
            <a:r>
              <a:rPr lang="en-US" dirty="0"/>
              <a:t>Batch size can go up to a million, but typically 32k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272B9-430B-8C89-2970-F4B0454C8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350" y="1586100"/>
            <a:ext cx="4875300" cy="13683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1BADA81-AD57-ADFF-CDDB-F61C53853276}"/>
              </a:ext>
            </a:extLst>
          </p:cNvPr>
          <p:cNvSpPr/>
          <p:nvPr/>
        </p:nvSpPr>
        <p:spPr>
          <a:xfrm rot="19440000">
            <a:off x="5999428" y="2891500"/>
            <a:ext cx="671285" cy="3447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8F6B3-C264-AF04-2AB7-040BDAF660E3}"/>
              </a:ext>
            </a:extLst>
          </p:cNvPr>
          <p:cNvSpPr txBox="1"/>
          <p:nvPr/>
        </p:nvSpPr>
        <p:spPr>
          <a:xfrm>
            <a:off x="4961184" y="3481346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Allows for chunking</a:t>
            </a:r>
          </a:p>
        </p:txBody>
      </p:sp>
    </p:spTree>
    <p:extLst>
      <p:ext uri="{BB962C8B-B14F-4D97-AF65-F5344CB8AC3E}">
        <p14:creationId xmlns:p14="http://schemas.microsoft.com/office/powerpoint/2010/main" val="305205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66F5-CFD1-46E2-DBE8-03456C59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2330248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8CF3-9149-DF8A-59A7-CA8B0376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Due 9/18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BE4A6-C8BE-B64A-7373-2A1C33CD0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Dataset: Human Action Recognition (HAR)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Same train/test split</a:t>
            </a:r>
          </a:p>
          <a:p>
            <a:pPr lvl="1">
              <a:lnSpc>
                <a:spcPct val="114999"/>
              </a:lnSpc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Fine tune on HAR and compare CLIP, A-CLIP and SGLIP</a:t>
            </a:r>
          </a:p>
          <a:p>
            <a:pPr marL="146050" indent="0">
              <a:lnSpc>
                <a:spcPct val="114999"/>
              </a:lnSpc>
              <a:buNone/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Report performance, speed and memory consumption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SGLIP is able to load very large batch size, use 32k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For CLIP, A-CLIP (4096)</a:t>
            </a:r>
          </a:p>
          <a:p>
            <a:pPr marL="615950" lvl="1" indent="0">
              <a:lnSpc>
                <a:spcPct val="114999"/>
              </a:lnSpc>
              <a:buSzPts val="1100"/>
              <a:buNone/>
            </a:pPr>
            <a:endParaRPr lang="en-US" dirty="0"/>
          </a:p>
          <a:p>
            <a:pPr>
              <a:lnSpc>
                <a:spcPct val="114999"/>
              </a:lnSpc>
              <a:buSzPts val="1100"/>
            </a:pPr>
            <a:r>
              <a:rPr lang="en-US" dirty="0"/>
              <a:t>Report, code, video to be submitted</a:t>
            </a:r>
          </a:p>
        </p:txBody>
      </p:sp>
    </p:spTree>
    <p:extLst>
      <p:ext uri="{BB962C8B-B14F-4D97-AF65-F5344CB8AC3E}">
        <p14:creationId xmlns:p14="http://schemas.microsoft.com/office/powerpoint/2010/main" val="170567613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Streamline</vt:lpstr>
      <vt:lpstr>Open World Image Semantic Segmentation </vt:lpstr>
      <vt:lpstr>Attentive Mask CLIP</vt:lpstr>
      <vt:lpstr>Attentive Mask</vt:lpstr>
      <vt:lpstr>Sigmoid Loss based CLIP</vt:lpstr>
      <vt:lpstr>SGLIP</vt:lpstr>
      <vt:lpstr>Attendance</vt:lpstr>
      <vt:lpstr>Assignment Due 9/18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World Image Semantic Segmentation </dc:title>
  <cp:revision>474</cp:revision>
  <dcterms:modified xsi:type="dcterms:W3CDTF">2025-09-09T04:12:51Z</dcterms:modified>
</cp:coreProperties>
</file>