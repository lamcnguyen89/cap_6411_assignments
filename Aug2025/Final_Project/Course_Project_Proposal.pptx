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E6B47-C50B-F4E0-4AD7-62C6CA4D6F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2E9C4-3F59-B8CF-DD36-51CA53F09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69064-3558-7C78-C2BA-F5AAC1E9D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544-4AAB-1C42-A4C0-24C3FC4BD314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048FB-C036-EE46-23D6-D4A30C924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24B36-8DFD-DE45-6707-B7DD7CD23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AC06-80F1-8044-9347-77561247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533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B0975-E68E-11A6-6BC8-F754E1630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DBCBC-99B5-F742-7B13-1CD5C5FB1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1EAF6-7719-1EEE-E776-418EE9D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544-4AAB-1C42-A4C0-24C3FC4BD314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BE0B9-3D03-635E-4061-0C6E3F1F1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F4A4B-8E16-5E01-FABA-72D84EE3E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AC06-80F1-8044-9347-77561247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02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268DE-3A45-15D7-940B-61B4E8416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7E8E8-12D2-17B4-A70A-4E3F0220F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1D484-0038-3A8A-2B93-FEF702CBA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544-4AAB-1C42-A4C0-24C3FC4BD314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DA77A-315C-643C-E100-6994A1384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A4788-CBF8-E643-71D4-07AA70BB2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AC06-80F1-8044-9347-77561247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24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CCFDA-9244-69A3-4AB7-0B2EB97A8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9DDD4-F7F0-384F-E5EC-D6FD0DD6F0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D61E2-0F51-4430-ADF7-77BD1A565E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FD0C8F-CBD5-6C12-2E98-3C9F9A6B5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544-4AAB-1C42-A4C0-24C3FC4BD314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C4280-45C3-F2FA-090C-C9C77EE21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6B778-B2B3-71A5-17A1-DDCA7FA1C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AC06-80F1-8044-9347-77561247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75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4DF86-73CD-9795-6FD1-3A8952261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52CEA-7B43-11B1-4DEA-2C2FF1C74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8C133-21A0-FF5D-C88F-323A45A16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892BA-0B2A-3DBA-708A-68D4C0FE1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C7D96E-0F00-18B7-11FE-3B56823355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A6A207-E537-FF40-67A4-0224764C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544-4AAB-1C42-A4C0-24C3FC4BD314}" type="datetimeFigureOut">
              <a:rPr lang="en-US" smtClean="0"/>
              <a:t>9/2/25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02C381-F60A-EE51-C008-3C566FB59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D41F7A-B4C6-A1E8-4EAB-EF4D030F3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AC06-80F1-8044-9347-77561247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22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AE23-83C9-6111-B153-9595FD7D7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B1EDBB-C3C5-9E4F-D872-BA617C10B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544-4AAB-1C42-A4C0-24C3FC4BD314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F47C00-63AB-13D4-9D1B-77FF2912A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082E19-023F-9A1F-1347-E01FE264B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AC06-80F1-8044-9347-77561247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10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B397E8-C1C5-70C1-DB65-5375CEA94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544-4AAB-1C42-A4C0-24C3FC4BD314}" type="datetimeFigureOut">
              <a:rPr lang="en-US" smtClean="0"/>
              <a:t>9/2/25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ABD841-AAE7-EF94-3740-A4DC71B05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6BF14-F124-9561-FF0E-2E9E9B871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AC06-80F1-8044-9347-77561247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771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3EE36-C27C-B67B-3051-0662BEE24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58F0B-9AF7-FA9C-B87E-0DD574684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897C2-7C9D-42A9-C463-F8A528BBAF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4AD98-F91B-B6E0-78BE-0744D93A0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544-4AAB-1C42-A4C0-24C3FC4BD314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335D4-F77F-7E9E-8F8D-56858C74B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76B427-615A-D1EF-1705-B82F6E714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AC06-80F1-8044-9347-77561247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574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EEBF8-DCB1-F249-57AB-42A08E360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10DFE9-BEC7-CEC8-3BBD-13C6C8E154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FACC5-C2CD-C1C8-6151-EC690534D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BB89C6-1F59-F409-199E-4BB045C4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544-4AAB-1C42-A4C0-24C3FC4BD314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76B04-B33D-0991-17F9-83BA1C530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E1897-7BE9-69AD-AB47-AFD8A0194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AC06-80F1-8044-9347-77561247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38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70A01-30C2-5FA2-A723-D31D8BC71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0DCB8-2928-AE74-87C8-AA4D1CADC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9DB5D-939A-2FF6-54A0-DD8525319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544-4AAB-1C42-A4C0-24C3FC4BD314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BB17D-B51F-D3E6-622E-6C1EE41C6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58CA2-63F9-EFAC-1D63-6A2E9DE42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AC06-80F1-8044-9347-77561247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13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7BF479-4002-079B-1A11-C69C748813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0AD0E-660B-B220-5EF4-DC11C4E92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55DB9-2B9C-82D6-F45A-3A1C8DFBF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544-4AAB-1C42-A4C0-24C3FC4BD314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E65A4-B0AF-E717-CEA5-376E2832E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E3307-0422-D363-DFDA-619F57D89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AC06-80F1-8044-9347-77561247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404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6DC79D-11A8-E2BE-88BD-D9CA25CD5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74DD1-5E22-27C0-43A7-C7CD95952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CCA40-8B43-E170-AC9D-A5719187E2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6A544-4AAB-1C42-A4C0-24C3FC4BD314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18836-E243-93E0-6233-FC626EFEF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FBA26-534E-53C7-22CE-648AE8C13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9AC06-80F1-8044-9347-77561247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757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3C705-01A2-0A40-4E0A-EB26B75A2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8689" y="406400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CAP6411- Course Project</a:t>
            </a:r>
            <a:br>
              <a:rPr lang="en-US" dirty="0"/>
            </a:br>
            <a:r>
              <a:rPr lang="en-US" dirty="0"/>
              <a:t>Autonomous Fixed Wing UAV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41C349-D9E2-5E38-E55B-2F7FDECA9C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3720662" cy="1655762"/>
          </a:xfrm>
        </p:spPr>
        <p:txBody>
          <a:bodyPr/>
          <a:lstStyle/>
          <a:p>
            <a:r>
              <a:rPr lang="en-US" dirty="0"/>
              <a:t>Team:</a:t>
            </a:r>
          </a:p>
          <a:p>
            <a:r>
              <a:rPr lang="en-US" dirty="0"/>
              <a:t>Lam Nguyen</a:t>
            </a:r>
          </a:p>
        </p:txBody>
      </p:sp>
      <p:sp>
        <p:nvSpPr>
          <p:cNvPr id="4" name="AutoShape 2" descr="Autonomous Fixed-Wing Delivery Drone (3D Printed) : 7 Steps (with ...">
            <a:extLst>
              <a:ext uri="{FF2B5EF4-FFF2-40B4-BE49-F238E27FC236}">
                <a16:creationId xmlns:a16="http://schemas.microsoft.com/office/drawing/2014/main" id="{F81EA4BD-B335-C014-6619-6828E5EBA5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923960-B38E-D2E6-4C96-447C93BD9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221" y="3255962"/>
            <a:ext cx="5973234" cy="335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406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385FE-5420-FBBD-DF12-1EED2D115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19987-F0A6-C596-5361-59BF0929A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952" y="1738695"/>
            <a:ext cx="4995041" cy="4351338"/>
          </a:xfrm>
        </p:spPr>
        <p:txBody>
          <a:bodyPr/>
          <a:lstStyle/>
          <a:p>
            <a:r>
              <a:rPr lang="en-US" dirty="0"/>
              <a:t>Create a fixed wing aircraft that can use vision and other navigation systems to move along a selected path </a:t>
            </a:r>
          </a:p>
          <a:p>
            <a:r>
              <a:rPr lang="en-US" dirty="0"/>
              <a:t>Automatically identify objects using object detection and send to Goggles</a:t>
            </a:r>
          </a:p>
          <a:p>
            <a:r>
              <a:rPr lang="en-US" dirty="0"/>
              <a:t>First Person View Camera</a:t>
            </a:r>
          </a:p>
          <a:p>
            <a:r>
              <a:rPr lang="en-US" dirty="0"/>
              <a:t>Create a project as cheaply as possibly with consumer items.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738DF0-2528-232B-FE6E-286065AFE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241" y="2268757"/>
            <a:ext cx="5852472" cy="32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062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623E2-21D7-A7FC-129D-64AAD1DBC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268E6-D98B-E3F1-7741-0C9C66006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Any suggestions?</a:t>
            </a:r>
          </a:p>
        </p:txBody>
      </p:sp>
    </p:spTree>
    <p:extLst>
      <p:ext uri="{BB962C8B-B14F-4D97-AF65-F5344CB8AC3E}">
        <p14:creationId xmlns:p14="http://schemas.microsoft.com/office/powerpoint/2010/main" val="3702437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63</Words>
  <Application>Microsoft Macintosh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CAP6411- Course Project Autonomous Fixed Wing UAV </vt:lpstr>
      <vt:lpstr>Project Overview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CAP6411- Course Project Autonomous Fixed Wing UAV</dc:title>
  <dc:creator>Microsoft Office User</dc:creator>
  <cp:lastModifiedBy>Microsoft Office User</cp:lastModifiedBy>
  <cp:revision>3</cp:revision>
  <dcterms:created xsi:type="dcterms:W3CDTF">2025-09-02T19:29:22Z</dcterms:created>
  <dcterms:modified xsi:type="dcterms:W3CDTF">2025-09-02T19:44:11Z</dcterms:modified>
</cp:coreProperties>
</file>