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454ed5f74_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454ed5f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454ed5f7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454ed5f7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2454ed5f7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2454ed5f7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bab407c7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bab407c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477c354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2477c354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247a1d1be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247a1d1be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47b6cdc8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47b6cdc8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483642952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248364295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abs/2308.16512" TargetMode="External"/><Relationship Id="rId4" Type="http://schemas.openxmlformats.org/officeDocument/2006/relationships/hyperlink" Target="https://modelnet.cs.princeton.edu" TargetMode="External"/><Relationship Id="rId9" Type="http://schemas.openxmlformats.org/officeDocument/2006/relationships/image" Target="../media/image5.png"/><Relationship Id="rId5" Type="http://schemas.openxmlformats.org/officeDocument/2006/relationships/hyperlink" Target="https://www.shapenet.org/" TargetMode="External"/><Relationship Id="rId6" Type="http://schemas.openxmlformats.org/officeDocument/2006/relationships/hyperlink" Target="https://hkust-vgd.github.io/scanobjectnn/" TargetMode="External"/><Relationship Id="rId7" Type="http://schemas.openxmlformats.org/officeDocument/2006/relationships/hyperlink" Target="https://cs.stanford.edu/~kaichun/partnet/" TargetMode="External"/><Relationship Id="rId8" Type="http://schemas.openxmlformats.org/officeDocument/2006/relationships/hyperlink" Target="https://github.com/LAION-AI/laion-3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6.jp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Text-to-3D</a:t>
            </a:r>
            <a:endParaRPr sz="5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482650"/>
            <a:ext cx="852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Group 4 Project Progress Presentation – 1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729450" y="2987150"/>
            <a:ext cx="8520600" cy="3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2024-09-05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729450" y="3376850"/>
            <a:ext cx="6614400" cy="10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Presented by: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Adrian Mauricio-Gonzalez, John Pacheco, Robinson Vasquez, Lam Nguyen, Suranadi Dodampagamage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Summary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objective over the past two weeks has been to gain an understanding of the text-to-3D domain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was accomplished through the following: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Reading relevant research papers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Identifying</a:t>
            </a:r>
            <a:r>
              <a:rPr lang="en"/>
              <a:t> related datasets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Implementing open-source frameworks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Ideally, by next week, the goals of our project can be more focused and refined based on what we have learned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 Summary - Adrian Mauricio Gonzalez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 identified and summarized numerous open-source </a:t>
            </a:r>
            <a:r>
              <a:rPr lang="en"/>
              <a:t>frameworks related to 3D object generation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of the key frameworks, Large Reconstruction Model (LRM), utilizes DINO and a triplane decoder to generate a 3D image from a 2D 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apply this, I created a makeshift pipeline that integrates SDXL-Turbo with LRM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100" y="3407075"/>
            <a:ext cx="3020525" cy="10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0624" y="3329699"/>
            <a:ext cx="2255500" cy="11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2025" y="3407075"/>
            <a:ext cx="2438510" cy="10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 Summary - John Pacheco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85750"/>
            <a:ext cx="7688700" cy="3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02"/>
              <a:t>MVDream - </a:t>
            </a:r>
            <a:r>
              <a:rPr lang="en" sz="1302"/>
              <a:t>Multiview</a:t>
            </a:r>
            <a:r>
              <a:rPr lang="en" sz="1302"/>
              <a:t> Diffusion for 3D Generation - </a:t>
            </a:r>
            <a:r>
              <a:rPr lang="en" sz="1302" u="sng">
                <a:solidFill>
                  <a:schemeClr val="hlink"/>
                </a:solidFill>
                <a:hlinkClick r:id="rId3"/>
              </a:rPr>
              <a:t>https://arxiv.org/abs/2308.16512</a:t>
            </a:r>
            <a:r>
              <a:rPr lang="en" sz="1302"/>
              <a:t> </a:t>
            </a:r>
            <a:endParaRPr sz="1302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Stable Diffusion v2.1 base model used</a:t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More detailed output by </a:t>
            </a:r>
            <a:r>
              <a:rPr lang="en" sz="1302"/>
              <a:t>comparison</a:t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Joint training of text-2d and multi-view images of 3D assets</a:t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2"/>
              <a:t>Limitations:</a:t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Struggles</a:t>
            </a:r>
            <a:r>
              <a:rPr lang="en" sz="1302"/>
              <a:t> with generating realistic models</a:t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Only generates 256x256 images from SD </a:t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/>
              <a:t>Additional Datasets</a:t>
            </a:r>
            <a:endParaRPr sz="1302"/>
          </a:p>
          <a:p>
            <a:pPr indent="-311308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ModelNet - </a:t>
            </a:r>
            <a:r>
              <a:rPr lang="en" sz="1302" u="sng">
                <a:solidFill>
                  <a:schemeClr val="hlink"/>
                </a:solidFill>
                <a:hlinkClick r:id="rId4"/>
              </a:rPr>
              <a:t>https://modelnet.cs.princeton.edu</a:t>
            </a:r>
            <a:r>
              <a:rPr lang="en" sz="1302"/>
              <a:t> </a:t>
            </a:r>
            <a:endParaRPr sz="1302"/>
          </a:p>
          <a:p>
            <a:pPr indent="-31130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ShapeNet  - </a:t>
            </a:r>
            <a:r>
              <a:rPr lang="en" sz="1302" u="sng">
                <a:solidFill>
                  <a:schemeClr val="hlink"/>
                </a:solidFill>
                <a:hlinkClick r:id="rId5"/>
              </a:rPr>
              <a:t>https://www.shapenet.org/</a:t>
            </a:r>
            <a:r>
              <a:rPr lang="en" sz="1302"/>
              <a:t> </a:t>
            </a:r>
            <a:endParaRPr sz="1302"/>
          </a:p>
          <a:p>
            <a:pPr indent="-31130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scanObjectNN - </a:t>
            </a:r>
            <a:r>
              <a:rPr lang="en" sz="1302" u="sng">
                <a:solidFill>
                  <a:schemeClr val="hlink"/>
                </a:solidFill>
                <a:hlinkClick r:id="rId6"/>
              </a:rPr>
              <a:t>https://hkust-vgd.github.io/scanobjectnn/</a:t>
            </a:r>
            <a:r>
              <a:rPr lang="en" sz="1302"/>
              <a:t> </a:t>
            </a:r>
            <a:endParaRPr sz="1302"/>
          </a:p>
          <a:p>
            <a:pPr indent="-31130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PartNet - </a:t>
            </a:r>
            <a:r>
              <a:rPr lang="en" sz="1302" u="sng">
                <a:solidFill>
                  <a:schemeClr val="hlink"/>
                </a:solidFill>
                <a:hlinkClick r:id="rId7"/>
              </a:rPr>
              <a:t>https://cs.stanford.edu/~kaichun/partnet/</a:t>
            </a:r>
            <a:r>
              <a:rPr lang="en" sz="1302"/>
              <a:t> </a:t>
            </a:r>
            <a:endParaRPr sz="1302"/>
          </a:p>
          <a:p>
            <a:pPr indent="-311308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Laion-3d - </a:t>
            </a:r>
            <a:r>
              <a:rPr lang="en" sz="1302" u="sng">
                <a:solidFill>
                  <a:schemeClr val="hlink"/>
                </a:solidFill>
                <a:hlinkClick r:id="rId8"/>
              </a:rPr>
              <a:t>https://github.com/LAION-AI/laion-3d</a:t>
            </a:r>
            <a:r>
              <a:rPr lang="en" sz="1302"/>
              <a:t> 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02"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07155" y="3526638"/>
            <a:ext cx="3796295" cy="9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 Summary- Lam Nguyen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264925" y="1792800"/>
            <a:ext cx="4494000" cy="31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Research Results (Text to 2D Image):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Use Stable Diffusion to generate same image at different angles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Source: </a:t>
            </a:r>
            <a:r>
              <a:rPr lang="en" sz="1500"/>
              <a:t>https://www.youtube.com/watch?v=A-rke9y596A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Research Results (2D Image to 3D Model) :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Nvidia Kaolin: </a:t>
            </a:r>
            <a:r>
              <a:rPr lang="en" sz="1500"/>
              <a:t>Input (RGB Image, Image metadata, Semantic Segmentation Data) -&gt; 3D Model . The downside is that it requires alot of images and 3 types of 2D image data. How to get this data? The upside is that it doesn’t require very powerful hardware.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PifuHD: </a:t>
            </a:r>
            <a:r>
              <a:rPr lang="en" sz="1500"/>
              <a:t>Input( Single Human Image, Semantic Segmentation Data) -&gt; 3D Model. The downside is that it only works on images of people. The upside is that it can be used on consumer grade hardware and produces very usable models.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1554125" y="2194225"/>
            <a:ext cx="697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2282900" y="2406975"/>
            <a:ext cx="6885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950" y="1887963"/>
            <a:ext cx="982674" cy="98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425" y="1921100"/>
            <a:ext cx="1053576" cy="105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8000" y="1736975"/>
            <a:ext cx="2102227" cy="118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6225825" y="2919500"/>
            <a:ext cx="283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Nvidia Kaolin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9950" y="3475884"/>
            <a:ext cx="982675" cy="1473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5788" y="3536622"/>
            <a:ext cx="2404450" cy="1352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816775" y="3820450"/>
            <a:ext cx="86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PifuHD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 Summary - Robinson Vasquez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729450" y="2078875"/>
            <a:ext cx="7688700" cy="30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Research Papers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Neural Radiance Fields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Using Tri-encoder to align images, 3d images and text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3D encoders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Model Execution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OpenAi Shap-E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Analysis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Objaverse-XL - Consists of  &gt;10 million 3D objects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Comes with an API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Consists of Url where object file is located, source, file type and sha-256 code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Trouble Rendering using their API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Gives Camera Matrix</a:t>
            </a:r>
            <a:endParaRPr/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1250" y="2434825"/>
            <a:ext cx="1519850" cy="15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 Summary - Suranadi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729450" y="2078875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02"/>
              <a:t>Tried different models that generate 3D images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/>
              <a:t>Shap-E</a:t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Creates 3D objects conditioned on text or images.</a:t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Limitation : does not create highly detailed or high resolution images</a:t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/>
              <a:t>Dream Fusion</a:t>
            </a:r>
            <a:endParaRPr sz="1302"/>
          </a:p>
          <a:p>
            <a:pPr indent="-311308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Uses a diffusion model to create text to 2D images</a:t>
            </a:r>
            <a:endParaRPr sz="1302"/>
          </a:p>
          <a:p>
            <a:pPr indent="-311308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Combines it with NeRF model to generate 3D images</a:t>
            </a:r>
            <a:endParaRPr sz="1302"/>
          </a:p>
          <a:p>
            <a:pPr indent="-311308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Model setup - In progress</a:t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02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/>
              <a:t>Several ways of 3D representations (Point clouds, Voxel, Mesh, NeRF etc.)</a:t>
            </a:r>
            <a:endParaRPr sz="1302"/>
          </a:p>
          <a:p>
            <a:pPr indent="-311308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303"/>
              <a:buChar char="●"/>
            </a:pPr>
            <a:r>
              <a:rPr lang="en" sz="1302"/>
              <a:t>NeRF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02"/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5450" y="1988700"/>
            <a:ext cx="1285175" cy="128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6925" y="3588650"/>
            <a:ext cx="1439575" cy="143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Signatures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729450" y="20457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Adrian Mauricio-Gonzalez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John Pacheco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Suranadi Dodampagamage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Robinson Vasquez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Lam Nguyen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