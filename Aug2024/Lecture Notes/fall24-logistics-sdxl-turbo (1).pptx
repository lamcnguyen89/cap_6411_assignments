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80793-78DE-5C4A-39B2-D4FCF4205CE6}" v="673" dt="2024-08-15T14:59:36.506"/>
    <p1510:client id="{54D6FB11-8F7F-C383-6757-957B742B6D2F}" v="832" dt="2024-08-17T01:16:52.060"/>
    <p1510:client id="{D4EFC1C3-BC2B-1475-EE22-0CADCA4CE351}" v="50" dt="2024-08-15T21:02:56.932"/>
    <p1510:client id="{D6A87A1D-E525-4EB9-D2ED-5439902E7D50}" v="280" dt="2024-08-15T21:26:36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 Nam Lim" userId="S::se574370@ucf.edu::09ba2f5e-38f6-4b79-9320-a7ad42dda48c" providerId="AD" clId="Web-{3A580793-78DE-5C4A-39B2-D4FCF4205CE6}"/>
    <pc:docChg chg="addSld modSld addMainMaster delMainMaster">
      <pc:chgData name="Ser Nam Lim" userId="S::se574370@ucf.edu::09ba2f5e-38f6-4b79-9320-a7ad42dda48c" providerId="AD" clId="Web-{3A580793-78DE-5C4A-39B2-D4FCF4205CE6}" dt="2024-08-15T14:59:34.131" v="660" actId="20577"/>
      <pc:docMkLst>
        <pc:docMk/>
      </pc:docMkLst>
      <pc:sldChg chg="addSp modSp mod setBg modClrScheme chgLayout">
        <pc:chgData name="Ser Nam Lim" userId="S::se574370@ucf.edu::09ba2f5e-38f6-4b79-9320-a7ad42dda48c" providerId="AD" clId="Web-{3A580793-78DE-5C4A-39B2-D4FCF4205CE6}" dt="2024-08-15T14:09:30.467" v="7" actId="20577"/>
        <pc:sldMkLst>
          <pc:docMk/>
          <pc:sldMk cId="109857222" sldId="256"/>
        </pc:sldMkLst>
        <pc:spChg chg="mod">
          <ac:chgData name="Ser Nam Lim" userId="S::se574370@ucf.edu::09ba2f5e-38f6-4b79-9320-a7ad42dda48c" providerId="AD" clId="Web-{3A580793-78DE-5C4A-39B2-D4FCF4205CE6}" dt="2024-08-15T14:09:19.388" v="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er Nam Lim" userId="S::se574370@ucf.edu::09ba2f5e-38f6-4b79-9320-a7ad42dda48c" providerId="AD" clId="Web-{3A580793-78DE-5C4A-39B2-D4FCF4205CE6}" dt="2024-08-15T14:09:30.467" v="7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Ser Nam Lim" userId="S::se574370@ucf.edu::09ba2f5e-38f6-4b79-9320-a7ad42dda48c" providerId="AD" clId="Web-{3A580793-78DE-5C4A-39B2-D4FCF4205CE6}" dt="2024-08-15T14:09:12.654" v="0"/>
          <ac:spMkLst>
            <pc:docMk/>
            <pc:sldMk cId="109857222" sldId="256"/>
            <ac:spMk id="8" creationId="{4522B21E-B2B9-4C72-9A71-C87EFD137480}"/>
          </ac:spMkLst>
        </pc:spChg>
        <pc:spChg chg="add">
          <ac:chgData name="Ser Nam Lim" userId="S::se574370@ucf.edu::09ba2f5e-38f6-4b79-9320-a7ad42dda48c" providerId="AD" clId="Web-{3A580793-78DE-5C4A-39B2-D4FCF4205CE6}" dt="2024-08-15T14:09:12.654" v="0"/>
          <ac:spMkLst>
            <pc:docMk/>
            <pc:sldMk cId="109857222" sldId="256"/>
            <ac:spMk id="10" creationId="{5EB7D2A2-F448-44D4-938C-DC84CBCB3B1E}"/>
          </ac:spMkLst>
        </pc:spChg>
        <pc:spChg chg="add">
          <ac:chgData name="Ser Nam Lim" userId="S::se574370@ucf.edu::09ba2f5e-38f6-4b79-9320-a7ad42dda48c" providerId="AD" clId="Web-{3A580793-78DE-5C4A-39B2-D4FCF4205CE6}" dt="2024-08-15T14:09:12.654" v="0"/>
          <ac:spMkLst>
            <pc:docMk/>
            <pc:sldMk cId="109857222" sldId="256"/>
            <ac:spMk id="12" creationId="{871AEA07-1E14-44B4-8E55-64EF049CD66F}"/>
          </ac:spMkLst>
        </pc:spChg>
        <pc:cxnChg chg="add">
          <ac:chgData name="Ser Nam Lim" userId="S::se574370@ucf.edu::09ba2f5e-38f6-4b79-9320-a7ad42dda48c" providerId="AD" clId="Web-{3A580793-78DE-5C4A-39B2-D4FCF4205CE6}" dt="2024-08-15T14:09:12.654" v="0"/>
          <ac:cxnSpMkLst>
            <pc:docMk/>
            <pc:sldMk cId="109857222" sldId="256"/>
            <ac:cxnSpMk id="14" creationId="{F7C8EA93-3210-4C62-99E9-153C275E3A87}"/>
          </ac:cxnSpMkLst>
        </pc:cxnChg>
      </pc:sldChg>
      <pc:sldChg chg="modSp new">
        <pc:chgData name="Ser Nam Lim" userId="S::se574370@ucf.edu::09ba2f5e-38f6-4b79-9320-a7ad42dda48c" providerId="AD" clId="Web-{3A580793-78DE-5C4A-39B2-D4FCF4205CE6}" dt="2024-08-15T14:34:21.166" v="573" actId="20577"/>
        <pc:sldMkLst>
          <pc:docMk/>
          <pc:sldMk cId="1389872182" sldId="257"/>
        </pc:sldMkLst>
        <pc:spChg chg="mod">
          <ac:chgData name="Ser Nam Lim" userId="S::se574370@ucf.edu::09ba2f5e-38f6-4b79-9320-a7ad42dda48c" providerId="AD" clId="Web-{3A580793-78DE-5C4A-39B2-D4FCF4205CE6}" dt="2024-08-15T14:10:11.047" v="15" actId="20577"/>
          <ac:spMkLst>
            <pc:docMk/>
            <pc:sldMk cId="1389872182" sldId="257"/>
            <ac:spMk id="2" creationId="{5A118F3A-E605-7FBF-8B46-8535F924A8E9}"/>
          </ac:spMkLst>
        </pc:spChg>
        <pc:spChg chg="mod">
          <ac:chgData name="Ser Nam Lim" userId="S::se574370@ucf.edu::09ba2f5e-38f6-4b79-9320-a7ad42dda48c" providerId="AD" clId="Web-{3A580793-78DE-5C4A-39B2-D4FCF4205CE6}" dt="2024-08-15T14:15:04.902" v="89" actId="20577"/>
          <ac:spMkLst>
            <pc:docMk/>
            <pc:sldMk cId="1389872182" sldId="257"/>
            <ac:spMk id="3" creationId="{156AD5B1-698A-4044-9DE1-8FF405C0EF9A}"/>
          </ac:spMkLst>
        </pc:spChg>
        <pc:spChg chg="mod">
          <ac:chgData name="Ser Nam Lim" userId="S::se574370@ucf.edu::09ba2f5e-38f6-4b79-9320-a7ad42dda48c" providerId="AD" clId="Web-{3A580793-78DE-5C4A-39B2-D4FCF4205CE6}" dt="2024-08-15T14:34:21.166" v="573" actId="20577"/>
          <ac:spMkLst>
            <pc:docMk/>
            <pc:sldMk cId="1389872182" sldId="257"/>
            <ac:spMk id="5" creationId="{8B116556-5D1A-8694-3B27-E67D77645598}"/>
          </ac:spMkLst>
        </pc:spChg>
      </pc:sldChg>
      <pc:sldChg chg="modSp new">
        <pc:chgData name="Ser Nam Lim" userId="S::se574370@ucf.edu::09ba2f5e-38f6-4b79-9320-a7ad42dda48c" providerId="AD" clId="Web-{3A580793-78DE-5C4A-39B2-D4FCF4205CE6}" dt="2024-08-15T14:34:29.088" v="578" actId="20577"/>
        <pc:sldMkLst>
          <pc:docMk/>
          <pc:sldMk cId="3202225889" sldId="258"/>
        </pc:sldMkLst>
        <pc:spChg chg="mod">
          <ac:chgData name="Ser Nam Lim" userId="S::se574370@ucf.edu::09ba2f5e-38f6-4b79-9320-a7ad42dda48c" providerId="AD" clId="Web-{3A580793-78DE-5C4A-39B2-D4FCF4205CE6}" dt="2024-08-15T14:21:21.182" v="288" actId="20577"/>
          <ac:spMkLst>
            <pc:docMk/>
            <pc:sldMk cId="3202225889" sldId="258"/>
            <ac:spMk id="2" creationId="{183428AB-2CD0-7CBC-D1D2-0538249B62AF}"/>
          </ac:spMkLst>
        </pc:spChg>
        <pc:spChg chg="mod">
          <ac:chgData name="Ser Nam Lim" userId="S::se574370@ucf.edu::09ba2f5e-38f6-4b79-9320-a7ad42dda48c" providerId="AD" clId="Web-{3A580793-78DE-5C4A-39B2-D4FCF4205CE6}" dt="2024-08-15T14:23:54.641" v="371" actId="20577"/>
          <ac:spMkLst>
            <pc:docMk/>
            <pc:sldMk cId="3202225889" sldId="258"/>
            <ac:spMk id="3" creationId="{F070CFE4-686B-7256-C800-36DD21C9E831}"/>
          </ac:spMkLst>
        </pc:spChg>
        <pc:spChg chg="mod">
          <ac:chgData name="Ser Nam Lim" userId="S::se574370@ucf.edu::09ba2f5e-38f6-4b79-9320-a7ad42dda48c" providerId="AD" clId="Web-{3A580793-78DE-5C4A-39B2-D4FCF4205CE6}" dt="2024-08-15T14:34:29.088" v="578" actId="20577"/>
          <ac:spMkLst>
            <pc:docMk/>
            <pc:sldMk cId="3202225889" sldId="258"/>
            <ac:spMk id="5" creationId="{018F0A8B-0B35-C1BA-DCFB-BFF60FAA5EBC}"/>
          </ac:spMkLst>
        </pc:spChg>
      </pc:sldChg>
      <pc:sldChg chg="modSp new">
        <pc:chgData name="Ser Nam Lim" userId="S::se574370@ucf.edu::09ba2f5e-38f6-4b79-9320-a7ad42dda48c" providerId="AD" clId="Web-{3A580793-78DE-5C4A-39B2-D4FCF4205CE6}" dt="2024-08-15T14:34:05.790" v="568" actId="20577"/>
        <pc:sldMkLst>
          <pc:docMk/>
          <pc:sldMk cId="1168999213" sldId="259"/>
        </pc:sldMkLst>
        <pc:spChg chg="mod">
          <ac:chgData name="Ser Nam Lim" userId="S::se574370@ucf.edu::09ba2f5e-38f6-4b79-9320-a7ad42dda48c" providerId="AD" clId="Web-{3A580793-78DE-5C4A-39B2-D4FCF4205CE6}" dt="2024-08-15T14:30:14.547" v="380" actId="20577"/>
          <ac:spMkLst>
            <pc:docMk/>
            <pc:sldMk cId="1168999213" sldId="259"/>
            <ac:spMk id="2" creationId="{7C01D48C-B266-C02C-0887-19DD7F3A0A6A}"/>
          </ac:spMkLst>
        </pc:spChg>
        <pc:spChg chg="mod">
          <ac:chgData name="Ser Nam Lim" userId="S::se574370@ucf.edu::09ba2f5e-38f6-4b79-9320-a7ad42dda48c" providerId="AD" clId="Web-{3A580793-78DE-5C4A-39B2-D4FCF4205CE6}" dt="2024-08-15T14:33:27.804" v="560" actId="20577"/>
          <ac:spMkLst>
            <pc:docMk/>
            <pc:sldMk cId="1168999213" sldId="259"/>
            <ac:spMk id="3" creationId="{DF429DDB-9F10-75CB-18FF-7A2E45F2E9CB}"/>
          </ac:spMkLst>
        </pc:spChg>
        <pc:spChg chg="mod">
          <ac:chgData name="Ser Nam Lim" userId="S::se574370@ucf.edu::09ba2f5e-38f6-4b79-9320-a7ad42dda48c" providerId="AD" clId="Web-{3A580793-78DE-5C4A-39B2-D4FCF4205CE6}" dt="2024-08-15T14:34:05.790" v="568" actId="20577"/>
          <ac:spMkLst>
            <pc:docMk/>
            <pc:sldMk cId="1168999213" sldId="259"/>
            <ac:spMk id="5" creationId="{CC484ED3-9624-2A5D-60FF-F91BEDEB0529}"/>
          </ac:spMkLst>
        </pc:spChg>
      </pc:sldChg>
      <pc:sldChg chg="addSp modSp new">
        <pc:chgData name="Ser Nam Lim" userId="S::se574370@ucf.edu::09ba2f5e-38f6-4b79-9320-a7ad42dda48c" providerId="AD" clId="Web-{3A580793-78DE-5C4A-39B2-D4FCF4205CE6}" dt="2024-08-15T14:59:34.131" v="660" actId="20577"/>
        <pc:sldMkLst>
          <pc:docMk/>
          <pc:sldMk cId="1908145904" sldId="260"/>
        </pc:sldMkLst>
        <pc:spChg chg="mod">
          <ac:chgData name="Ser Nam Lim" userId="S::se574370@ucf.edu::09ba2f5e-38f6-4b79-9320-a7ad42dda48c" providerId="AD" clId="Web-{3A580793-78DE-5C4A-39B2-D4FCF4205CE6}" dt="2024-08-15T14:37:16.768" v="600" actId="20577"/>
          <ac:spMkLst>
            <pc:docMk/>
            <pc:sldMk cId="1908145904" sldId="260"/>
            <ac:spMk id="2" creationId="{EA401114-A25F-E7A2-CEE2-BDE715AC33ED}"/>
          </ac:spMkLst>
        </pc:spChg>
        <pc:spChg chg="mod">
          <ac:chgData name="Ser Nam Lim" userId="S::se574370@ucf.edu::09ba2f5e-38f6-4b79-9320-a7ad42dda48c" providerId="AD" clId="Web-{3A580793-78DE-5C4A-39B2-D4FCF4205CE6}" dt="2024-08-15T14:56:58.578" v="648" actId="20577"/>
          <ac:spMkLst>
            <pc:docMk/>
            <pc:sldMk cId="1908145904" sldId="260"/>
            <ac:spMk id="3" creationId="{83DF600A-FEB1-4277-3EA2-E65F5C0B59D9}"/>
          </ac:spMkLst>
        </pc:spChg>
        <pc:spChg chg="mod">
          <ac:chgData name="Ser Nam Lim" userId="S::se574370@ucf.edu::09ba2f5e-38f6-4b79-9320-a7ad42dda48c" providerId="AD" clId="Web-{3A580793-78DE-5C4A-39B2-D4FCF4205CE6}" dt="2024-08-15T14:59:34.131" v="660" actId="20577"/>
          <ac:spMkLst>
            <pc:docMk/>
            <pc:sldMk cId="1908145904" sldId="260"/>
            <ac:spMk id="5" creationId="{C1705C61-B544-C2B3-78FD-E04D83AEF619}"/>
          </ac:spMkLst>
        </pc:spChg>
        <pc:picChg chg="add mod">
          <ac:chgData name="Ser Nam Lim" userId="S::se574370@ucf.edu::09ba2f5e-38f6-4b79-9320-a7ad42dda48c" providerId="AD" clId="Web-{3A580793-78DE-5C4A-39B2-D4FCF4205CE6}" dt="2024-08-15T14:59:08.130" v="649" actId="1076"/>
          <ac:picMkLst>
            <pc:docMk/>
            <pc:sldMk cId="1908145904" sldId="260"/>
            <ac:picMk id="7" creationId="{A88CC7C0-E240-5174-2C55-4F99E64BC880}"/>
          </ac:picMkLst>
        </pc:picChg>
        <pc:picChg chg="add mod">
          <ac:chgData name="Ser Nam Lim" userId="S::se574370@ucf.edu::09ba2f5e-38f6-4b79-9320-a7ad42dda48c" providerId="AD" clId="Web-{3A580793-78DE-5C4A-39B2-D4FCF4205CE6}" dt="2024-08-15T14:59:30.522" v="654" actId="1076"/>
          <ac:picMkLst>
            <pc:docMk/>
            <pc:sldMk cId="1908145904" sldId="260"/>
            <ac:picMk id="8" creationId="{CBF8C851-1460-A7A3-A15E-9F7FE6A3F13E}"/>
          </ac:picMkLst>
        </pc:picChg>
      </pc:sldChg>
      <pc:sldMasterChg chg="del delSldLayout">
        <pc:chgData name="Ser Nam Lim" userId="S::se574370@ucf.edu::09ba2f5e-38f6-4b79-9320-a7ad42dda48c" providerId="AD" clId="Web-{3A580793-78DE-5C4A-39B2-D4FCF4205CE6}" dt="2024-08-15T14:09:12.654" v="0"/>
        <pc:sldMasterMkLst>
          <pc:docMk/>
          <pc:sldMasterMk cId="2460954070" sldId="2147483660"/>
        </pc:sldMasterMkLst>
        <pc:sldLayoutChg chg="del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Ser Nam Lim" userId="S::se574370@ucf.edu::09ba2f5e-38f6-4b79-9320-a7ad42dda48c" providerId="AD" clId="Web-{3A580793-78DE-5C4A-39B2-D4FCF4205CE6}" dt="2024-08-15T14:09:12.654" v="0"/>
        <pc:sldMasterMkLst>
          <pc:docMk/>
          <pc:sldMasterMk cId="716707045" sldId="2147483685"/>
        </pc:sldMasterMkLst>
        <pc:sldLayoutChg chg="add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716707045" sldId="2147483685"/>
            <pc:sldLayoutMk cId="2795908506" sldId="2147483674"/>
          </pc:sldLayoutMkLst>
        </pc:sldLayoutChg>
        <pc:sldLayoutChg chg="add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716707045" sldId="2147483685"/>
            <pc:sldLayoutMk cId="2664562718" sldId="2147483675"/>
          </pc:sldLayoutMkLst>
        </pc:sldLayoutChg>
        <pc:sldLayoutChg chg="add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716707045" sldId="2147483685"/>
            <pc:sldLayoutMk cId="3529784079" sldId="2147483676"/>
          </pc:sldLayoutMkLst>
        </pc:sldLayoutChg>
        <pc:sldLayoutChg chg="add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716707045" sldId="2147483685"/>
            <pc:sldLayoutMk cId="942061510" sldId="2147483677"/>
          </pc:sldLayoutMkLst>
        </pc:sldLayoutChg>
        <pc:sldLayoutChg chg="add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716707045" sldId="2147483685"/>
            <pc:sldLayoutMk cId="3532586525" sldId="2147483678"/>
          </pc:sldLayoutMkLst>
        </pc:sldLayoutChg>
        <pc:sldLayoutChg chg="add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716707045" sldId="2147483685"/>
            <pc:sldLayoutMk cId="4169096482" sldId="2147483679"/>
          </pc:sldLayoutMkLst>
        </pc:sldLayoutChg>
        <pc:sldLayoutChg chg="add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716707045" sldId="2147483685"/>
            <pc:sldLayoutMk cId="592716095" sldId="2147483680"/>
          </pc:sldLayoutMkLst>
        </pc:sldLayoutChg>
        <pc:sldLayoutChg chg="add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716707045" sldId="2147483685"/>
            <pc:sldLayoutMk cId="4209153856" sldId="2147483681"/>
          </pc:sldLayoutMkLst>
        </pc:sldLayoutChg>
        <pc:sldLayoutChg chg="add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716707045" sldId="2147483685"/>
            <pc:sldLayoutMk cId="413091211" sldId="2147483682"/>
          </pc:sldLayoutMkLst>
        </pc:sldLayoutChg>
        <pc:sldLayoutChg chg="add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716707045" sldId="2147483685"/>
            <pc:sldLayoutMk cId="4188320909" sldId="2147483683"/>
          </pc:sldLayoutMkLst>
        </pc:sldLayoutChg>
        <pc:sldLayoutChg chg="add">
          <pc:chgData name="Ser Nam Lim" userId="S::se574370@ucf.edu::09ba2f5e-38f6-4b79-9320-a7ad42dda48c" providerId="AD" clId="Web-{3A580793-78DE-5C4A-39B2-D4FCF4205CE6}" dt="2024-08-15T14:09:12.654" v="0"/>
          <pc:sldLayoutMkLst>
            <pc:docMk/>
            <pc:sldMasterMk cId="716707045" sldId="2147483685"/>
            <pc:sldLayoutMk cId="3956011586" sldId="2147483684"/>
          </pc:sldLayoutMkLst>
        </pc:sldLayoutChg>
      </pc:sldMasterChg>
    </pc:docChg>
  </pc:docChgLst>
  <pc:docChgLst>
    <pc:chgData name="Ser Nam Lim" userId="S::se574370@ucf.edu::09ba2f5e-38f6-4b79-9320-a7ad42dda48c" providerId="AD" clId="Web-{D4EFC1C3-BC2B-1475-EE22-0CADCA4CE351}"/>
    <pc:docChg chg="modSld">
      <pc:chgData name="Ser Nam Lim" userId="S::se574370@ucf.edu::09ba2f5e-38f6-4b79-9320-a7ad42dda48c" providerId="AD" clId="Web-{D4EFC1C3-BC2B-1475-EE22-0CADCA4CE351}" dt="2024-08-15T21:02:53.245" v="39" actId="20577"/>
      <pc:docMkLst>
        <pc:docMk/>
      </pc:docMkLst>
      <pc:sldChg chg="addSp modSp">
        <pc:chgData name="Ser Nam Lim" userId="S::se574370@ucf.edu::09ba2f5e-38f6-4b79-9320-a7ad42dda48c" providerId="AD" clId="Web-{D4EFC1C3-BC2B-1475-EE22-0CADCA4CE351}" dt="2024-08-15T21:02:53.245" v="39" actId="20577"/>
        <pc:sldMkLst>
          <pc:docMk/>
          <pc:sldMk cId="1908145904" sldId="260"/>
        </pc:sldMkLst>
        <pc:spChg chg="add mod">
          <ac:chgData name="Ser Nam Lim" userId="S::se574370@ucf.edu::09ba2f5e-38f6-4b79-9320-a7ad42dda48c" providerId="AD" clId="Web-{D4EFC1C3-BC2B-1475-EE22-0CADCA4CE351}" dt="2024-08-15T21:02:26.416" v="31"/>
          <ac:spMkLst>
            <pc:docMk/>
            <pc:sldMk cId="1908145904" sldId="260"/>
            <ac:spMk id="9" creationId="{7C1C3C50-0C8C-519B-5B9B-210C702BB37E}"/>
          </ac:spMkLst>
        </pc:spChg>
        <pc:spChg chg="add mod">
          <ac:chgData name="Ser Nam Lim" userId="S::se574370@ucf.edu::09ba2f5e-38f6-4b79-9320-a7ad42dda48c" providerId="AD" clId="Web-{D4EFC1C3-BC2B-1475-EE22-0CADCA4CE351}" dt="2024-08-15T21:02:53.245" v="39" actId="20577"/>
          <ac:spMkLst>
            <pc:docMk/>
            <pc:sldMk cId="1908145904" sldId="260"/>
            <ac:spMk id="10" creationId="{1229C678-CEDE-7922-FE24-4EAA73808A5E}"/>
          </ac:spMkLst>
        </pc:spChg>
      </pc:sldChg>
    </pc:docChg>
  </pc:docChgLst>
  <pc:docChgLst>
    <pc:chgData name="Ser Nam Lim" userId="S::se574370@ucf.edu::09ba2f5e-38f6-4b79-9320-a7ad42dda48c" providerId="AD" clId="Web-{D6A87A1D-E525-4EB9-D2ED-5439902E7D50}"/>
    <pc:docChg chg="addSld modSld">
      <pc:chgData name="Ser Nam Lim" userId="S::se574370@ucf.edu::09ba2f5e-38f6-4b79-9320-a7ad42dda48c" providerId="AD" clId="Web-{D6A87A1D-E525-4EB9-D2ED-5439902E7D50}" dt="2024-08-15T21:26:36.503" v="275" actId="20577"/>
      <pc:docMkLst>
        <pc:docMk/>
      </pc:docMkLst>
      <pc:sldChg chg="addSp delSp modSp new">
        <pc:chgData name="Ser Nam Lim" userId="S::se574370@ucf.edu::09ba2f5e-38f6-4b79-9320-a7ad42dda48c" providerId="AD" clId="Web-{D6A87A1D-E525-4EB9-D2ED-5439902E7D50}" dt="2024-08-15T21:26:36.503" v="275" actId="20577"/>
        <pc:sldMkLst>
          <pc:docMk/>
          <pc:sldMk cId="2033022562" sldId="261"/>
        </pc:sldMkLst>
        <pc:spChg chg="mod">
          <ac:chgData name="Ser Nam Lim" userId="S::se574370@ucf.edu::09ba2f5e-38f6-4b79-9320-a7ad42dda48c" providerId="AD" clId="Web-{D6A87A1D-E525-4EB9-D2ED-5439902E7D50}" dt="2024-08-15T21:17:23.983" v="9" actId="20577"/>
          <ac:spMkLst>
            <pc:docMk/>
            <pc:sldMk cId="2033022562" sldId="261"/>
            <ac:spMk id="2" creationId="{645F6710-16EA-91A1-4AB6-FCC7A7197DE6}"/>
          </ac:spMkLst>
        </pc:spChg>
        <pc:spChg chg="add del mod">
          <ac:chgData name="Ser Nam Lim" userId="S::se574370@ucf.edu::09ba2f5e-38f6-4b79-9320-a7ad42dda48c" providerId="AD" clId="Web-{D6A87A1D-E525-4EB9-D2ED-5439902E7D50}" dt="2024-08-15T21:26:36.503" v="275" actId="20577"/>
          <ac:spMkLst>
            <pc:docMk/>
            <pc:sldMk cId="2033022562" sldId="261"/>
            <ac:spMk id="3" creationId="{A6D95B69-1374-2EB4-C6B5-C8871B293259}"/>
          </ac:spMkLst>
        </pc:spChg>
        <pc:spChg chg="add del mod">
          <ac:chgData name="Ser Nam Lim" userId="S::se574370@ucf.edu::09ba2f5e-38f6-4b79-9320-a7ad42dda48c" providerId="AD" clId="Web-{D6A87A1D-E525-4EB9-D2ED-5439902E7D50}" dt="2024-08-15T21:18:36.691" v="13"/>
          <ac:spMkLst>
            <pc:docMk/>
            <pc:sldMk cId="2033022562" sldId="261"/>
            <ac:spMk id="7" creationId="{1DB868D8-5D74-40C7-FEE4-762FEF107361}"/>
          </ac:spMkLst>
        </pc:spChg>
        <pc:picChg chg="add del mod ord">
          <ac:chgData name="Ser Nam Lim" userId="S::se574370@ucf.edu::09ba2f5e-38f6-4b79-9320-a7ad42dda48c" providerId="AD" clId="Web-{D6A87A1D-E525-4EB9-D2ED-5439902E7D50}" dt="2024-08-15T21:19:34.570" v="17"/>
          <ac:picMkLst>
            <pc:docMk/>
            <pc:sldMk cId="2033022562" sldId="261"/>
            <ac:picMk id="8" creationId="{F1256FA8-651B-B4FF-E20C-FC25F64A5C36}"/>
          </ac:picMkLst>
        </pc:picChg>
        <pc:picChg chg="add del mod ord">
          <ac:chgData name="Ser Nam Lim" userId="S::se574370@ucf.edu::09ba2f5e-38f6-4b79-9320-a7ad42dda48c" providerId="AD" clId="Web-{D6A87A1D-E525-4EB9-D2ED-5439902E7D50}" dt="2024-08-15T21:19:45.133" v="21"/>
          <ac:picMkLst>
            <pc:docMk/>
            <pc:sldMk cId="2033022562" sldId="261"/>
            <ac:picMk id="9" creationId="{558AABCA-B228-8A8A-90A9-984D0AAF04F6}"/>
          </ac:picMkLst>
        </pc:picChg>
        <pc:picChg chg="add mod">
          <ac:chgData name="Ser Nam Lim" userId="S::se574370@ucf.edu::09ba2f5e-38f6-4b79-9320-a7ad42dda48c" providerId="AD" clId="Web-{D6A87A1D-E525-4EB9-D2ED-5439902E7D50}" dt="2024-08-15T21:19:58.868" v="29" actId="1076"/>
          <ac:picMkLst>
            <pc:docMk/>
            <pc:sldMk cId="2033022562" sldId="261"/>
            <ac:picMk id="10" creationId="{432B8D61-42A7-503C-160C-3E629B7E0DDB}"/>
          </ac:picMkLst>
        </pc:picChg>
      </pc:sldChg>
    </pc:docChg>
  </pc:docChgLst>
  <pc:docChgLst>
    <pc:chgData name="Ser Nam Lim" userId="S::se574370@ucf.edu::09ba2f5e-38f6-4b79-9320-a7ad42dda48c" providerId="AD" clId="Web-{54D6FB11-8F7F-C383-6757-957B742B6D2F}"/>
    <pc:docChg chg="addSld modSld">
      <pc:chgData name="Ser Nam Lim" userId="S::se574370@ucf.edu::09ba2f5e-38f6-4b79-9320-a7ad42dda48c" providerId="AD" clId="Web-{54D6FB11-8F7F-C383-6757-957B742B6D2F}" dt="2024-08-17T01:16:51.654" v="817" actId="20577"/>
      <pc:docMkLst>
        <pc:docMk/>
      </pc:docMkLst>
      <pc:sldChg chg="modSp">
        <pc:chgData name="Ser Nam Lim" userId="S::se574370@ucf.edu::09ba2f5e-38f6-4b79-9320-a7ad42dda48c" providerId="AD" clId="Web-{54D6FB11-8F7F-C383-6757-957B742B6D2F}" dt="2024-08-16T19:01:31.447" v="83" actId="20577"/>
        <pc:sldMkLst>
          <pc:docMk/>
          <pc:sldMk cId="1389872182" sldId="257"/>
        </pc:sldMkLst>
        <pc:spChg chg="mod">
          <ac:chgData name="Ser Nam Lim" userId="S::se574370@ucf.edu::09ba2f5e-38f6-4b79-9320-a7ad42dda48c" providerId="AD" clId="Web-{54D6FB11-8F7F-C383-6757-957B742B6D2F}" dt="2024-08-16T19:01:31.447" v="83" actId="20577"/>
          <ac:spMkLst>
            <pc:docMk/>
            <pc:sldMk cId="1389872182" sldId="257"/>
            <ac:spMk id="3" creationId="{156AD5B1-698A-4044-9DE1-8FF405C0EF9A}"/>
          </ac:spMkLst>
        </pc:spChg>
      </pc:sldChg>
      <pc:sldChg chg="modSp">
        <pc:chgData name="Ser Nam Lim" userId="S::se574370@ucf.edu::09ba2f5e-38f6-4b79-9320-a7ad42dda48c" providerId="AD" clId="Web-{54D6FB11-8F7F-C383-6757-957B742B6D2F}" dt="2024-08-17T01:13:58.461" v="706" actId="20577"/>
        <pc:sldMkLst>
          <pc:docMk/>
          <pc:sldMk cId="1168999213" sldId="259"/>
        </pc:sldMkLst>
        <pc:spChg chg="mod">
          <ac:chgData name="Ser Nam Lim" userId="S::se574370@ucf.edu::09ba2f5e-38f6-4b79-9320-a7ad42dda48c" providerId="AD" clId="Web-{54D6FB11-8F7F-C383-6757-957B742B6D2F}" dt="2024-08-17T01:13:58.461" v="706" actId="20577"/>
          <ac:spMkLst>
            <pc:docMk/>
            <pc:sldMk cId="1168999213" sldId="259"/>
            <ac:spMk id="3" creationId="{DF429DDB-9F10-75CB-18FF-7A2E45F2E9CB}"/>
          </ac:spMkLst>
        </pc:spChg>
      </pc:sldChg>
      <pc:sldChg chg="modSp">
        <pc:chgData name="Ser Nam Lim" userId="S::se574370@ucf.edu::09ba2f5e-38f6-4b79-9320-a7ad42dda48c" providerId="AD" clId="Web-{54D6FB11-8F7F-C383-6757-957B742B6D2F}" dt="2024-08-16T20:35:07.150" v="137" actId="20577"/>
        <pc:sldMkLst>
          <pc:docMk/>
          <pc:sldMk cId="2033022562" sldId="261"/>
        </pc:sldMkLst>
        <pc:spChg chg="mod">
          <ac:chgData name="Ser Nam Lim" userId="S::se574370@ucf.edu::09ba2f5e-38f6-4b79-9320-a7ad42dda48c" providerId="AD" clId="Web-{54D6FB11-8F7F-C383-6757-957B742B6D2F}" dt="2024-08-16T20:35:07.150" v="137" actId="20577"/>
          <ac:spMkLst>
            <pc:docMk/>
            <pc:sldMk cId="2033022562" sldId="261"/>
            <ac:spMk id="3" creationId="{A6D95B69-1374-2EB4-C6B5-C8871B293259}"/>
          </ac:spMkLst>
        </pc:spChg>
      </pc:sldChg>
      <pc:sldChg chg="addSp delSp modSp new">
        <pc:chgData name="Ser Nam Lim" userId="S::se574370@ucf.edu::09ba2f5e-38f6-4b79-9320-a7ad42dda48c" providerId="AD" clId="Web-{54D6FB11-8F7F-C383-6757-957B742B6D2F}" dt="2024-08-16T20:10:03.269" v="96" actId="1076"/>
        <pc:sldMkLst>
          <pc:docMk/>
          <pc:sldMk cId="2725372823" sldId="262"/>
        </pc:sldMkLst>
        <pc:spChg chg="mod">
          <ac:chgData name="Ser Nam Lim" userId="S::se574370@ucf.edu::09ba2f5e-38f6-4b79-9320-a7ad42dda48c" providerId="AD" clId="Web-{54D6FB11-8F7F-C383-6757-957B742B6D2F}" dt="2024-08-16T18:57:23.008" v="6" actId="20577"/>
          <ac:spMkLst>
            <pc:docMk/>
            <pc:sldMk cId="2725372823" sldId="262"/>
            <ac:spMk id="2" creationId="{F143DC5D-1190-E185-2C79-CAB0E05A8A68}"/>
          </ac:spMkLst>
        </pc:spChg>
        <pc:spChg chg="del">
          <ac:chgData name="Ser Nam Lim" userId="S::se574370@ucf.edu::09ba2f5e-38f6-4b79-9320-a7ad42dda48c" providerId="AD" clId="Web-{54D6FB11-8F7F-C383-6757-957B742B6D2F}" dt="2024-08-16T18:57:26.820" v="7"/>
          <ac:spMkLst>
            <pc:docMk/>
            <pc:sldMk cId="2725372823" sldId="262"/>
            <ac:spMk id="3" creationId="{6BD24C35-8CC8-0C80-8AA8-C22D24490100}"/>
          </ac:spMkLst>
        </pc:spChg>
        <pc:spChg chg="add del mod">
          <ac:chgData name="Ser Nam Lim" userId="S::se574370@ucf.edu::09ba2f5e-38f6-4b79-9320-a7ad42dda48c" providerId="AD" clId="Web-{54D6FB11-8F7F-C383-6757-957B742B6D2F}" dt="2024-08-16T20:09:37.923" v="94"/>
          <ac:spMkLst>
            <pc:docMk/>
            <pc:sldMk cId="2725372823" sldId="262"/>
            <ac:spMk id="13" creationId="{D93D5875-6627-BE20-9F96-F14386D47AA8}"/>
          </ac:spMkLst>
        </pc:spChg>
        <pc:picChg chg="add mod">
          <ac:chgData name="Ser Nam Lim" userId="S::se574370@ucf.edu::09ba2f5e-38f6-4b79-9320-a7ad42dda48c" providerId="AD" clId="Web-{54D6FB11-8F7F-C383-6757-957B742B6D2F}" dt="2024-08-16T20:01:23.117" v="87" actId="1076"/>
          <ac:picMkLst>
            <pc:docMk/>
            <pc:sldMk cId="2725372823" sldId="262"/>
            <ac:picMk id="7" creationId="{CC382A1A-9C7C-D73B-58D5-5B079160A2F2}"/>
          </ac:picMkLst>
        </pc:picChg>
        <pc:picChg chg="add mod">
          <ac:chgData name="Ser Nam Lim" userId="S::se574370@ucf.edu::09ba2f5e-38f6-4b79-9320-a7ad42dda48c" providerId="AD" clId="Web-{54D6FB11-8F7F-C383-6757-957B742B6D2F}" dt="2024-08-16T18:59:48.190" v="30" actId="14100"/>
          <ac:picMkLst>
            <pc:docMk/>
            <pc:sldMk cId="2725372823" sldId="262"/>
            <ac:picMk id="8" creationId="{B1793DE1-710E-4EA5-6AB0-9AE82140E989}"/>
          </ac:picMkLst>
        </pc:picChg>
        <pc:picChg chg="add mod">
          <ac:chgData name="Ser Nam Lim" userId="S::se574370@ucf.edu::09ba2f5e-38f6-4b79-9320-a7ad42dda48c" providerId="AD" clId="Web-{54D6FB11-8F7F-C383-6757-957B742B6D2F}" dt="2024-08-16T20:01:17.351" v="85" actId="1076"/>
          <ac:picMkLst>
            <pc:docMk/>
            <pc:sldMk cId="2725372823" sldId="262"/>
            <ac:picMk id="9" creationId="{5869360F-1EB4-F9C7-DC1F-89026BB32034}"/>
          </ac:picMkLst>
        </pc:picChg>
        <pc:picChg chg="add mod">
          <ac:chgData name="Ser Nam Lim" userId="S::se574370@ucf.edu::09ba2f5e-38f6-4b79-9320-a7ad42dda48c" providerId="AD" clId="Web-{54D6FB11-8F7F-C383-6757-957B742B6D2F}" dt="2024-08-16T20:01:18.351" v="86" actId="1076"/>
          <ac:picMkLst>
            <pc:docMk/>
            <pc:sldMk cId="2725372823" sldId="262"/>
            <ac:picMk id="10" creationId="{0C9BFC98-9996-2933-E904-6A3E00A2A7F9}"/>
          </ac:picMkLst>
        </pc:picChg>
        <pc:picChg chg="add mod">
          <ac:chgData name="Ser Nam Lim" userId="S::se574370@ucf.edu::09ba2f5e-38f6-4b79-9320-a7ad42dda48c" providerId="AD" clId="Web-{54D6FB11-8F7F-C383-6757-957B742B6D2F}" dt="2024-08-16T20:01:33.961" v="91" actId="14100"/>
          <ac:picMkLst>
            <pc:docMk/>
            <pc:sldMk cId="2725372823" sldId="262"/>
            <ac:picMk id="11" creationId="{037CC40A-71BA-C5FD-9422-6579E3C4FDBD}"/>
          </ac:picMkLst>
        </pc:picChg>
        <pc:inkChg chg="add mod">
          <ac:chgData name="Ser Nam Lim" userId="S::se574370@ucf.edu::09ba2f5e-38f6-4b79-9320-a7ad42dda48c" providerId="AD" clId="Web-{54D6FB11-8F7F-C383-6757-957B742B6D2F}" dt="2024-08-16T20:10:03.269" v="96" actId="1076"/>
          <ac:inkMkLst>
            <pc:docMk/>
            <pc:sldMk cId="2725372823" sldId="262"/>
            <ac:inkMk id="14" creationId="{2DDEC879-9A52-DAC6-62BE-B58BABE61644}"/>
          </ac:inkMkLst>
        </pc:inkChg>
      </pc:sldChg>
      <pc:sldChg chg="modSp new">
        <pc:chgData name="Ser Nam Lim" userId="S::se574370@ucf.edu::09ba2f5e-38f6-4b79-9320-a7ad42dda48c" providerId="AD" clId="Web-{54D6FB11-8F7F-C383-6757-957B742B6D2F}" dt="2024-08-17T01:14:44.509" v="782" actId="20577"/>
        <pc:sldMkLst>
          <pc:docMk/>
          <pc:sldMk cId="3621385159" sldId="263"/>
        </pc:sldMkLst>
        <pc:spChg chg="mod">
          <ac:chgData name="Ser Nam Lim" userId="S::se574370@ucf.edu::09ba2f5e-38f6-4b79-9320-a7ad42dda48c" providerId="AD" clId="Web-{54D6FB11-8F7F-C383-6757-957B742B6D2F}" dt="2024-08-16T21:06:55.946" v="430" actId="20577"/>
          <ac:spMkLst>
            <pc:docMk/>
            <pc:sldMk cId="3621385159" sldId="263"/>
            <ac:spMk id="2" creationId="{CB804E0F-D060-4E1D-F1C9-EE36A7873E14}"/>
          </ac:spMkLst>
        </pc:spChg>
        <pc:spChg chg="mod">
          <ac:chgData name="Ser Nam Lim" userId="S::se574370@ucf.edu::09ba2f5e-38f6-4b79-9320-a7ad42dda48c" providerId="AD" clId="Web-{54D6FB11-8F7F-C383-6757-957B742B6D2F}" dt="2024-08-17T01:14:44.509" v="782" actId="20577"/>
          <ac:spMkLst>
            <pc:docMk/>
            <pc:sldMk cId="3621385159" sldId="263"/>
            <ac:spMk id="3" creationId="{7E98E0D3-F8AA-B270-D7FD-E9D457BC8CF0}"/>
          </ac:spMkLst>
        </pc:spChg>
      </pc:sldChg>
      <pc:sldChg chg="modSp new">
        <pc:chgData name="Ser Nam Lim" userId="S::se574370@ucf.edu::09ba2f5e-38f6-4b79-9320-a7ad42dda48c" providerId="AD" clId="Web-{54D6FB11-8F7F-C383-6757-957B742B6D2F}" dt="2024-08-17T01:16:51.654" v="817" actId="20577"/>
        <pc:sldMkLst>
          <pc:docMk/>
          <pc:sldMk cId="4056684774" sldId="264"/>
        </pc:sldMkLst>
        <pc:spChg chg="mod">
          <ac:chgData name="Ser Nam Lim" userId="S::se574370@ucf.edu::09ba2f5e-38f6-4b79-9320-a7ad42dda48c" providerId="AD" clId="Web-{54D6FB11-8F7F-C383-6757-957B742B6D2F}" dt="2024-08-16T20:51:03.454" v="147" actId="20577"/>
          <ac:spMkLst>
            <pc:docMk/>
            <pc:sldMk cId="4056684774" sldId="264"/>
            <ac:spMk id="2" creationId="{B3A09569-3F09-BE67-F2F6-E9FEAD36C63D}"/>
          </ac:spMkLst>
        </pc:spChg>
        <pc:spChg chg="mod">
          <ac:chgData name="Ser Nam Lim" userId="S::se574370@ucf.edu::09ba2f5e-38f6-4b79-9320-a7ad42dda48c" providerId="AD" clId="Web-{54D6FB11-8F7F-C383-6757-957B742B6D2F}" dt="2024-08-17T01:16:51.654" v="817" actId="20577"/>
          <ac:spMkLst>
            <pc:docMk/>
            <pc:sldMk cId="4056684774" sldId="264"/>
            <ac:spMk id="3" creationId="{EB84872D-B1F3-A52C-8679-B3C8A6F1F24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6T20:34:35.3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26610 5084 16383 0 0,'-1'0'0'0'0,"-2"0"0"0"0,-3 0 0 0 0,-6 0 0 0 0,-9 1 0 0 0,-13 1 0 0 0,-9 1 0 0 0,-5 1 0 0 0,-1 0 0 0 0,0-1 0 0 0,0 1 0 0 0,-3 0 0 0 0,-2-1 0 0 0,-2-1 0 0 0,-4-1 0 0 0,-3 0 0 0 0,0-1 0 0 0,2 0 0 0 0,2 0 0 0 0,6 0 0 0 0,6 0 0 0 0,3 0 0 0 0,3 0 0 0 0,3 3 0 0 0,1 0 0 0 0,1 2 0 0 0,2 2 0 0 0,0 2 0 0 0,1 3 0 0 0,2 1 0 0 0,2 3 0 0 0,1 1 0 0 0,2 2 0 0 0,-3 6 0 0 0,-3 5 0 0 0,-2 6 0 0 0,-4 7 0 0 0,-3 5 0 0 0,-3 5 0 0 0,-5 4 0 0 0,0 1 0 0 0,3-1 0 0 0,3 0 0 0 0,-1 1 0 0 0,3 0 0 0 0,2-1 0 0 0,0 3 0 0 0,3 4 0 0 0,2 2 0 0 0,3 4 0 0 0,2 4 0 0 0,5 6 0 0 0,4 1 0 0 0,3-4 0 0 0,4-5 0 0 0,2-4 0 0 0,2 1 0 0 0,1 0 0 0 0,1-2 0 0 0,1-2 0 0 0,1-3 0 0 0,1-3 0 0 0,2-2 0 0 0,1-5 0 0 0,0-4 0 0 0,1 2 0 0 0,0 4 0 0 0,2 4 0 0 0,2 3 0 0 0,3 0 0 0 0,2 0 0 0 0,4-1 0 0 0,3-2 0 0 0,2-1 0 0 0,0-4 0 0 0,0-5 0 0 0,-2-7 0 0 0,0-5 0 0 0,1-3 0 0 0,0-3 0 0 0,1 1 0 0 0,1 0 0 0 0,3 1 0 0 0,2-1 0 0 0,3 0 0 0 0,2-2 0 0 0,1-2 0 0 0,-1-4 0 0 0,1-1 0 0 0,2-2 0 0 0,3-1 0 0 0,3 0 0 0 0,3 0 0 0 0,2 0 0 0 0,2 1 0 0 0,2-2 0 0 0,5-1 0 0 0,4-2 0 0 0,1-2 0 0 0,0-1 0 0 0,0-1 0 0 0,2 0 0 0 0,5 0 0 0 0,5 1 0 0 0,4 0 0 0 0,2 0 0 0 0,2-2 0 0 0,3 0 0 0 0,0-2 0 0 0,-4-1 0 0 0,-3-1 0 0 0,0 0 0 0 0,1-2 0 0 0,2 0 0 0 0,4-1 0 0 0,1-2 0 0 0,-3 0 0 0 0,-1-1 0 0 0,-3-1 0 0 0,-3-3 0 0 0,-6-1 0 0 0,-7-3 0 0 0,-3-4 0 0 0,-1-3 0 0 0,-3-3 0 0 0,1-3 0 0 0,1-2 0 0 0,-1-2 0 0 0,-2-1 0 0 0,-5-1 0 0 0,-4 1 0 0 0,-4 0 0 0 0,-5 1 0 0 0,-3-1 0 0 0,-2 0 0 0 0,-4 1 0 0 0,-2-2 0 0 0,-3 0 0 0 0,-2-2 0 0 0,0 0 0 0 0,-2-4 0 0 0,-1-4 0 0 0,0-4 0 0 0,-1-3 0 0 0,-2-6 0 0 0,1-10 0 0 0,-1-12 0 0 0,-1-5 0 0 0,-3-1 0 0 0,-2-2 0 0 0,-1 0 0 0 0,-2 2 0 0 0,-3 5 0 0 0,-3 6 0 0 0,-3 7 0 0 0,-3 3 0 0 0,-4 1 0 0 0,-2 1 0 0 0,-1 0 0 0 0,-1 2 0 0 0,-4-3 0 0 0,-1-2 0 0 0,0-2 0 0 0,0 1 0 0 0,0 1 0 0 0,0-1 0 0 0,0 0 0 0 0,-2-3 0 0 0,0-3 0 0 0,0-1 0 0 0,-1 0 0 0 0,0 1 0 0 0,-2 0 0 0 0,0 3 0 0 0,2 4 0 0 0,1 5 0 0 0,4 5 0 0 0,1 5 0 0 0,2 4 0 0 0,2 1 0 0 0,0 2 0 0 0,0 2 0 0 0,0 3 0 0 0,1 1 0 0 0,1 1 0 0 0,0 3 0 0 0,3 3 0 0 0,1 3 0 0 0,0 0 0 0 0,1 2 0 0 0,0 0 0 0 0,-1 1 0 0 0,0 1 0 0 0,0 0 0 0 0,-1 0 0 0 0,0 1 0 0 0,0 1 0 0 0,0 1 0 0 0,0 0 0 0 0,0 3 0 0 0,2 0 0 0 0,0 2 0 0 0,1-1 0 0 0,0 0 0 0 0,-2-1 0 0 0,1 0 0 0 0,0 0 0 0 0,0-1 0 0 0,0 0 0 0 0,0 0 0 0 0,0-1 0 0 0,0-1 0 0 0,-2 0 0 0 0,0 0 0 0 0,0-1 0 0 0,-1 1 0 0 0,1-1 0 0 0,0 1 0 0 0,1 1 0 0 0,2 2 0 0 0,0 0 0 0 0,3 2 0 0 0,0 1 0 0 0,-1 1 0 0 0,0 0 0 0 0,0 0 0 0 0,0 0 0 0 0,1 1 0 0 0,1 1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16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5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5005-EC25-4FB9-B19B-2437F0B120D2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1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8/16/2024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2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8/16/2024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1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8/16/2024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86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8/16/2024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0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8/16/2024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6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8/16/2024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8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A6D4-154B-4E4D-9001-7A6C328D243E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61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0999-9BD6-4929-BDEC-B84E21C16701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9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0BDC4764-F656-4735-9820-9886F8DF1D6A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0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2205.14135" TargetMode="External"/><Relationship Id="rId3" Type="http://schemas.openxmlformats.org/officeDocument/2006/relationships/hyperlink" Target="https://sites.research.google/videopoet/" TargetMode="External"/><Relationship Id="rId7" Type="http://schemas.openxmlformats.org/officeDocument/2006/relationships/hyperlink" Target="https://arxiv.org/pdf/2407.13759v1" TargetMode="External"/><Relationship Id="rId2" Type="http://schemas.openxmlformats.org/officeDocument/2006/relationships/hyperlink" Target="https://objaverse.allenai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uscenes.org/" TargetMode="External"/><Relationship Id="rId5" Type="http://schemas.openxmlformats.org/officeDocument/2006/relationships/hyperlink" Target="https://github.com/PKU-YuanGroup/Video-LLaVA" TargetMode="External"/><Relationship Id="rId4" Type="http://schemas.openxmlformats.org/officeDocument/2006/relationships/hyperlink" Target="https://github.com/PKU-YuanGroup/Open-Sora-Pla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Gustavosta/Stable-Diffusion-Prompts/viewer/default/tes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/>
              <a:t>CAP6411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US"/>
              <a:t>Logistics and SDXL-Turbo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18F3A-E605-7FBF-8B46-8535F924A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AD5B1-698A-4044-9DE1-8FF405C0E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400" dirty="0"/>
              <a:t>Go through the </a:t>
            </a:r>
            <a:r>
              <a:rPr lang="en-US" sz="2400" dirty="0" err="1"/>
              <a:t>webcourse</a:t>
            </a:r>
            <a:endParaRPr lang="en-US" sz="2400" dirty="0"/>
          </a:p>
          <a:p>
            <a:r>
              <a:rPr lang="en-US" sz="2400" dirty="0"/>
              <a:t>Model efficiency will be the #1 factor to put into practice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Speed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Memory efficiency</a:t>
            </a:r>
          </a:p>
          <a:p>
            <a:r>
              <a:rPr lang="en-US" sz="2400" dirty="0"/>
              <a:t>Assignment 0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CAP5415 is a hard pre-requisite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Exceptions: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000" dirty="0"/>
              <a:t>…</a:t>
            </a:r>
          </a:p>
          <a:p>
            <a:r>
              <a:rPr lang="en-US" sz="2400" dirty="0"/>
              <a:t>8/26 football day – no class</a:t>
            </a:r>
          </a:p>
          <a:p>
            <a:r>
              <a:rPr lang="en-US" sz="2400" dirty="0"/>
              <a:t>9/28-10/5 -- Prof at conference, team project week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AA552-212C-666D-4696-C96CFE41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16556-5D1A-8694-3B27-E67D7764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CAP6411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618E9-2C9A-DAB4-DCC8-2EB19214A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72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28AB-2CD0-7CBC-D1D2-0538249B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Ground Rules, No 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0CFE4-686B-7256-C800-36DD21C9E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sz="2200"/>
              <a:t>Emailing me or grader that your submission is late for reasons like: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"The </a:t>
            </a:r>
            <a:r>
              <a:rPr lang="en-US" sz="2000" err="1"/>
              <a:t>webcourse</a:t>
            </a:r>
            <a:r>
              <a:rPr lang="en-US" sz="2000"/>
              <a:t> submission hangs"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"I was running only 1 minute late"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etc., etc.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We will NOT respond, and your assignment will be given an immediate zero point if we receive such an email from you</a:t>
            </a:r>
          </a:p>
          <a:p>
            <a:r>
              <a:rPr lang="en-US" sz="2200"/>
              <a:t>If you email me or grader your assignment instead of submitting to </a:t>
            </a:r>
            <a:r>
              <a:rPr lang="en-US" sz="2200" err="1"/>
              <a:t>webcourse</a:t>
            </a:r>
          </a:p>
          <a:p>
            <a:pPr lvl="1"/>
            <a:r>
              <a:rPr lang="en-US" sz="2000"/>
              <a:t>Your assignment will be given an immediate zero point</a:t>
            </a:r>
          </a:p>
          <a:p>
            <a:pPr lvl="1"/>
            <a:r>
              <a:rPr lang="en-US" sz="2000"/>
              <a:t>No exception</a:t>
            </a:r>
          </a:p>
          <a:p>
            <a:r>
              <a:rPr lang="en-US" sz="2200"/>
              <a:t>If your submission includes any links of any kind (google doc, etc.)</a:t>
            </a:r>
          </a:p>
          <a:p>
            <a:pPr lvl="1"/>
            <a:r>
              <a:rPr lang="en-US" sz="2000">
                <a:ea typeface="+mn-lt"/>
                <a:cs typeface="+mn-lt"/>
              </a:rPr>
              <a:t>Your assignment will be given an immediate zero point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en-US" sz="2000">
                <a:solidFill>
                  <a:srgbClr val="35403A"/>
                </a:solidFill>
                <a:ea typeface="+mn-lt"/>
                <a:cs typeface="+mn-lt"/>
              </a:rPr>
              <a:t>No exception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89CB6-1D08-306A-7F47-DEE907D8A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0A8B-0B35-C1BA-DCFB-BFF60FAA5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CAP6411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C3CDA-5B7E-5D71-3CD1-0684B32B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25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1D48C-B266-C02C-0887-19DD7F3A0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29DDB-9F10-75CB-18FF-7A2E45F2E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Learn various state of the art techniques in AI and computer vision while applying techniques and ideas towards novel contributions while enhancing: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Speed of model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Memory-efficiency of model</a:t>
            </a:r>
          </a:p>
          <a:p>
            <a:r>
              <a:rPr lang="en-US" sz="2400" dirty="0"/>
              <a:t>As you learn about all the modern models, you will demonstrate innovation in creating efficient version of these models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Assignments will emphasize on this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17B46-DE52-1F57-714E-058BD050A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84ED3-9624-2A5D-60FF-F91BEDEB0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CAP6411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85339-2CE1-6FF1-FECB-A3CDB99A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99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09569-3F09-BE67-F2F6-E9FEAD36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4872D-B1F3-A52C-8679-B3C8A6F1F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Team of 4-5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Please socialize yourself to form a team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/>
              <a:t>Assignment 1: Team formation, due 8/22, submit a pdf of you and your team members per student to </a:t>
            </a:r>
            <a:r>
              <a:rPr lang="en-US" sz="1400" dirty="0" err="1"/>
              <a:t>webcourse</a:t>
            </a:r>
            <a:r>
              <a:rPr lang="en-US" sz="1400" dirty="0"/>
              <a:t>, 10/10 points</a:t>
            </a:r>
          </a:p>
          <a:p>
            <a:r>
              <a:rPr lang="en-US" dirty="0"/>
              <a:t>Project list (model efficiency, innovation/novelty, implementation):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Text to 3D (</a:t>
            </a:r>
            <a:r>
              <a:rPr lang="en-US" sz="1600" dirty="0">
                <a:ea typeface="+mn-lt"/>
                <a:cs typeface="+mn-lt"/>
                <a:hlinkClick r:id="rId2"/>
              </a:rPr>
              <a:t>https://objaverse.allenai.org/</a:t>
            </a:r>
            <a:r>
              <a:rPr lang="en-US" sz="1600" dirty="0">
                <a:ea typeface="+mn-lt"/>
                <a:cs typeface="+mn-lt"/>
              </a:rPr>
              <a:t>) [1]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Text to longer video with 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/>
              <a:t>Auto-regressive (</a:t>
            </a:r>
            <a:r>
              <a:rPr lang="en-US" sz="1400" dirty="0">
                <a:ea typeface="+mn-lt"/>
                <a:cs typeface="+mn-lt"/>
                <a:hlinkClick r:id="rId3"/>
              </a:rPr>
              <a:t>https://sites.research.google/videopoet/</a:t>
            </a:r>
            <a:r>
              <a:rPr lang="en-US" sz="1400" dirty="0">
                <a:ea typeface="+mn-lt"/>
                <a:cs typeface="+mn-lt"/>
              </a:rPr>
              <a:t>) or [2]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 err="1">
                <a:ea typeface="+mn-lt"/>
                <a:cs typeface="+mn-lt"/>
              </a:rPr>
              <a:t>OpenSoRA</a:t>
            </a:r>
            <a:r>
              <a:rPr lang="en-US" sz="1400" dirty="0">
                <a:ea typeface="+mn-lt"/>
                <a:cs typeface="+mn-lt"/>
              </a:rPr>
              <a:t>-Plan (</a:t>
            </a:r>
            <a:r>
              <a:rPr lang="en-US" sz="1400" dirty="0">
                <a:ea typeface="+mn-lt"/>
                <a:cs typeface="+mn-lt"/>
                <a:hlinkClick r:id="rId4"/>
              </a:rPr>
              <a:t>https://github.com/PKU-YuanGroup/Open-Sora-Plan</a:t>
            </a:r>
            <a:r>
              <a:rPr lang="en-US" sz="1400" dirty="0">
                <a:ea typeface="+mn-lt"/>
                <a:cs typeface="+mn-lt"/>
              </a:rPr>
              <a:t>) [3]</a:t>
            </a:r>
            <a:endParaRPr lang="en-US" sz="1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Video-Text model (</a:t>
            </a:r>
            <a:r>
              <a:rPr lang="en-US" sz="1600" dirty="0">
                <a:ea typeface="+mn-lt"/>
                <a:cs typeface="+mn-lt"/>
                <a:hlinkClick r:id="rId5"/>
              </a:rPr>
              <a:t>https://github.com/PKU-YuanGroup/Video-LLaVA</a:t>
            </a:r>
            <a:r>
              <a:rPr lang="en-US" sz="1600" dirty="0">
                <a:ea typeface="+mn-lt"/>
                <a:cs typeface="+mn-lt"/>
              </a:rPr>
              <a:t>) [4]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Text to ego-centric driving video (</a:t>
            </a:r>
            <a:r>
              <a:rPr lang="en-US" sz="1600" dirty="0">
                <a:ea typeface="+mn-lt"/>
                <a:cs typeface="+mn-lt"/>
                <a:hlinkClick r:id="rId6"/>
              </a:rPr>
              <a:t>https://www.nuscenes.org/</a:t>
            </a:r>
            <a:r>
              <a:rPr lang="en-US" sz="1600" dirty="0">
                <a:ea typeface="+mn-lt"/>
                <a:cs typeface="+mn-lt"/>
              </a:rPr>
              <a:t>) [5]</a:t>
            </a:r>
            <a:endParaRPr lang="en-US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Streetscapes-&gt;ego-centric video route (</a:t>
            </a:r>
            <a:r>
              <a:rPr lang="en-US" sz="1600" dirty="0">
                <a:ea typeface="+mn-lt"/>
                <a:cs typeface="+mn-lt"/>
                <a:hlinkClick r:id="rId7"/>
              </a:rPr>
              <a:t>https://arxiv.org/pdf/2407.13759v1</a:t>
            </a:r>
            <a:r>
              <a:rPr lang="en-US" sz="1600" dirty="0">
                <a:ea typeface="+mn-lt"/>
                <a:cs typeface="+mn-lt"/>
              </a:rPr>
              <a:t>) [6]</a:t>
            </a:r>
            <a:endParaRPr lang="en-US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Memory and speed efficient large models (</a:t>
            </a:r>
            <a:r>
              <a:rPr lang="en-US" sz="1600" dirty="0">
                <a:ea typeface="+mn-lt"/>
                <a:cs typeface="+mn-lt"/>
                <a:hlinkClick r:id="rId8"/>
              </a:rPr>
              <a:t>https://arxiv.org/pdf/2205.14135</a:t>
            </a:r>
            <a:r>
              <a:rPr lang="en-US" sz="1600" dirty="0">
                <a:ea typeface="+mn-lt"/>
                <a:cs typeface="+mn-lt"/>
              </a:rPr>
              <a:t>) [7]</a:t>
            </a:r>
            <a:endParaRPr lang="en-US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 u="sng" dirty="0"/>
              <a:t>Each of above can have maximum of two teams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2C55E-4BFC-F6ED-8626-20449F9A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1A38D-45FC-4451-5A8D-C34D9DBD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013E8-1879-FDD8-5C2E-C04D9BF2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84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01114-A25F-E7A2-CEE2-BDE715AC3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Example of Making Model more Efficient – SDXL Turbo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F600A-FEB1-4277-3EA2-E65F5C0B5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SDXL (Stable Diffusion XL)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/>
              <a:t>A diffusion model that can generate an image given a text prompt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8BB2C-7BCF-3D64-F5FC-DEC20600A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05C61-B544-C2B3-78FD-E04D83AE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CAP6411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908C7-51F9-DE38-575D-D3334EA5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A collage of images of animals&#10;&#10;Description automatically generated">
            <a:extLst>
              <a:ext uri="{FF2B5EF4-FFF2-40B4-BE49-F238E27FC236}">
                <a16:creationId xmlns:a16="http://schemas.microsoft.com/office/drawing/2014/main" id="{A88CC7C0-E240-5174-2C55-4F99E64BC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768" y="2955450"/>
            <a:ext cx="6107089" cy="3403696"/>
          </a:xfrm>
          <a:prstGeom prst="rect">
            <a:avLst/>
          </a:prstGeom>
        </p:spPr>
      </p:pic>
      <p:pic>
        <p:nvPicPr>
          <p:cNvPr id="8" name="Picture 7" descr="Diagram of a diagram of a flowchart&#10;&#10;Description automatically generated">
            <a:extLst>
              <a:ext uri="{FF2B5EF4-FFF2-40B4-BE49-F238E27FC236}">
                <a16:creationId xmlns:a16="http://schemas.microsoft.com/office/drawing/2014/main" id="{CBF8C851-1460-A7A3-A15E-9F7FE6A3F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19" y="3287262"/>
            <a:ext cx="5875363" cy="2922042"/>
          </a:xfrm>
          <a:prstGeom prst="rect">
            <a:avLst/>
          </a:prstGeom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7C1C3C50-0C8C-519B-5B9B-210C702BB37E}"/>
              </a:ext>
            </a:extLst>
          </p:cNvPr>
          <p:cNvSpPr/>
          <p:nvPr/>
        </p:nvSpPr>
        <p:spPr>
          <a:xfrm rot="20400000">
            <a:off x="3133343" y="5303520"/>
            <a:ext cx="512064" cy="119481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9C678-CEDE-7922-FE24-4EAA73808A5E}"/>
              </a:ext>
            </a:extLst>
          </p:cNvPr>
          <p:cNvSpPr txBox="1"/>
          <p:nvPr/>
        </p:nvSpPr>
        <p:spPr>
          <a:xfrm>
            <a:off x="3621024" y="635812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1000 steps, very slow</a:t>
            </a:r>
          </a:p>
        </p:txBody>
      </p:sp>
    </p:spTree>
    <p:extLst>
      <p:ext uri="{BB962C8B-B14F-4D97-AF65-F5344CB8AC3E}">
        <p14:creationId xmlns:p14="http://schemas.microsoft.com/office/powerpoint/2010/main" val="1908145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F6710-16EA-91A1-4AB6-FCC7A7197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SDXL TURBO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95B69-1374-2EB4-C6B5-C8871B293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204" y="2157984"/>
            <a:ext cx="4818888" cy="39038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Goal: reduce that 1000 steps into 1-4 steps</a:t>
            </a:r>
          </a:p>
          <a:p>
            <a:r>
              <a:rPr lang="en-US" sz="1800" dirty="0"/>
              <a:t>Sure, you can do that, but the quality won't be good!!</a:t>
            </a:r>
          </a:p>
          <a:p>
            <a:r>
              <a:rPr lang="en-US" sz="1800" dirty="0"/>
              <a:t>Therefore: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Use distillation: learn from the teacher (aka, the original SDXL model)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Use adversarial to ensure that the student produce images close to originals' quality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Zero terminal SNR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/>
              <a:t>Ensure training and testing distribution are the same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7A76B-0EBE-2822-9B95-38D3CD4E8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0ED87-6EB6-3A51-4D4E-871C5E529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CCE48-E351-91B0-1F1B-7E4F0654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 descr="A diagram of a person riding a horse&#10;&#10;Description automatically generated">
            <a:extLst>
              <a:ext uri="{FF2B5EF4-FFF2-40B4-BE49-F238E27FC236}">
                <a16:creationId xmlns:a16="http://schemas.microsoft.com/office/drawing/2014/main" id="{432B8D61-42A7-503C-160C-3E629B7E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1" y="590227"/>
            <a:ext cx="6651840" cy="53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22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3DC5D-1190-E185-2C79-CAB0E05A8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SDXL TURBO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C83A2-524F-9B9E-F8EC-314F2ED29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98EC0-1EA5-23E2-40D4-FD0C50EDA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DB5EA-1563-D488-9757-BE1EF6506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 descr="Symbols of mathematical symbols on a white background&#10;&#10;Description automatically generated">
            <a:extLst>
              <a:ext uri="{FF2B5EF4-FFF2-40B4-BE49-F238E27FC236}">
                <a16:creationId xmlns:a16="http://schemas.microsoft.com/office/drawing/2014/main" id="{CC382A1A-9C7C-D73B-58D5-5B079160A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68" y="1856061"/>
            <a:ext cx="6302266" cy="786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793DE1-710E-4EA5-6AB0-9AE82140E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11" y="2791482"/>
            <a:ext cx="5328089" cy="1369631"/>
          </a:xfrm>
          <a:prstGeom prst="rect">
            <a:avLst/>
          </a:prstGeom>
        </p:spPr>
      </p:pic>
      <p:pic>
        <p:nvPicPr>
          <p:cNvPr id="9" name="Picture 8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5869360F-1EB4-F9C7-DC1F-89026BB32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84" y="4447189"/>
            <a:ext cx="5361591" cy="1742090"/>
          </a:xfrm>
          <a:prstGeom prst="rect">
            <a:avLst/>
          </a:prstGeom>
        </p:spPr>
      </p:pic>
      <p:pic>
        <p:nvPicPr>
          <p:cNvPr id="10" name="Picture 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C9BFC98-9996-2933-E904-6A3E00A2A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656" y="4925411"/>
            <a:ext cx="5602672" cy="1263870"/>
          </a:xfrm>
          <a:prstGeom prst="rect">
            <a:avLst/>
          </a:prstGeom>
        </p:spPr>
      </p:pic>
      <p:pic>
        <p:nvPicPr>
          <p:cNvPr id="11" name="Picture 10" descr="A diagram of a person riding a horse&#10;&#10;Description automatically generated">
            <a:extLst>
              <a:ext uri="{FF2B5EF4-FFF2-40B4-BE49-F238E27FC236}">
                <a16:creationId xmlns:a16="http://schemas.microsoft.com/office/drawing/2014/main" id="{037CC40A-71BA-C5FD-9422-6579E3C4F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648" y="80475"/>
            <a:ext cx="5542999" cy="44823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DDEC879-9A52-DAC6-62BE-B58BABE61644}"/>
                  </a:ext>
                </a:extLst>
              </p14:cNvPr>
              <p14:cNvContentPartPr/>
              <p14:nvPr/>
            </p14:nvContentPartPr>
            <p14:xfrm>
              <a:off x="9389821" y="1387034"/>
              <a:ext cx="1177048" cy="1258306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DDEC879-9A52-DAC6-62BE-B58BABE6164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71829" y="1369398"/>
                <a:ext cx="1212673" cy="129393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5372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4E0F-D060-4E1D-F1C9-EE36A7873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8E0D3-F8AA-B270-D7FD-E9D457BC8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000" dirty="0">
                <a:ea typeface="+mn-lt"/>
                <a:cs typeface="+mn-lt"/>
                <a:hlinkClick r:id="rId2"/>
              </a:rPr>
              <a:t>https://huggingface.co/datasets/Gustavosta/Stable-Diffusion-Prompts/viewer/default/test</a:t>
            </a:r>
            <a:endParaRPr lang="en-US" sz="20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/>
              <a:t>Go to the "People" section in the </a:t>
            </a:r>
            <a:r>
              <a:rPr lang="en-US" sz="1800" dirty="0" err="1"/>
              <a:t>webcourse</a:t>
            </a:r>
            <a:endParaRPr lang="en-US" sz="1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/>
              <a:t>If you are the first student, for example, you will take the first 10 prompts from above link, second student will take the 11-20th prompts in the list and so on</a:t>
            </a:r>
          </a:p>
          <a:p>
            <a:r>
              <a:rPr lang="en-US" sz="2000" dirty="0"/>
              <a:t>Run SDXL Turbo and SDXL on those prompts assigned to you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/>
              <a:t>Compare both models with two metrics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 dirty="0"/>
              <a:t>FID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 dirty="0"/>
              <a:t>Speed </a:t>
            </a:r>
          </a:p>
          <a:p>
            <a:r>
              <a:rPr lang="en-US" sz="2000" dirty="0"/>
              <a:t>Report due 8/27</a:t>
            </a:r>
          </a:p>
          <a:p>
            <a:r>
              <a:rPr lang="en-US" sz="2000" dirty="0"/>
              <a:t>8/22 will be given to work on the assignment</a:t>
            </a:r>
          </a:p>
          <a:p>
            <a:r>
              <a:rPr lang="en-US" sz="2000" dirty="0"/>
              <a:t>This is a system class with a lot of assignments, so some class days will be given to working on your </a:t>
            </a:r>
            <a:r>
              <a:rPr lang="en-US" sz="2000" dirty="0" err="1"/>
              <a:t>assigments</a:t>
            </a:r>
            <a:r>
              <a:rPr lang="en-US" sz="2000" dirty="0"/>
              <a:t> and your team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311F1-ADA0-D2EA-795C-99BFF1A7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8C79E-E512-EC40-4C75-4A6C9CD70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67C7B-0DD3-BCCD-898F-74671E823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85159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Walbaum Display_Aptos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8022F7FC-316B-4DD9-B9EB-BB68CC0DFA6F}" vid="{544DD2C6-9D23-4092-AACF-F55CEAA658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BohoVogueVTI</vt:lpstr>
      <vt:lpstr>CAP6411</vt:lpstr>
      <vt:lpstr>Logistics</vt:lpstr>
      <vt:lpstr>Ground Rules, No Exception</vt:lpstr>
      <vt:lpstr>Objectives of the Course</vt:lpstr>
      <vt:lpstr>Team Project</vt:lpstr>
      <vt:lpstr>First Example of Making Model more Efficient – SDXL Turbo</vt:lpstr>
      <vt:lpstr>SDXL TURBO</vt:lpstr>
      <vt:lpstr>SDXL TURBO</vt:lpstr>
      <vt:lpstr>Assignment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160</cp:revision>
  <dcterms:created xsi:type="dcterms:W3CDTF">2024-08-15T14:08:38Z</dcterms:created>
  <dcterms:modified xsi:type="dcterms:W3CDTF">2024-08-17T01:16:59Z</dcterms:modified>
</cp:coreProperties>
</file>